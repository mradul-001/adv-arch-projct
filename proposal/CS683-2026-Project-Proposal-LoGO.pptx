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Lst>
  <p:sldSz cx="9144000" cy="5715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07440" y="2839680"/>
            <a:ext cx="5692680" cy="794160"/>
          </a:xfrm>
          <a:prstGeom prst="rect">
            <a:avLst/>
          </a:prstGeom>
          <a:noFill/>
          <a:ln w="0">
            <a:noFill/>
          </a:ln>
        </p:spPr>
        <p:txBody>
          <a:bodyPr lIns="91440" tIns="91440" rIns="91440" bIns="91440" anchor="b">
            <a:noAutofit/>
          </a:bodyPr>
          <a:lstStyle>
            <a:lvl1pPr indent="0" algn="l">
              <a:lnSpc>
                <a:spcPct val="100000"/>
              </a:lnSpc>
              <a:buNone/>
              <a:tabLst>
                <a:tab pos="0" algn="l"/>
              </a:tabLst>
              <a:defRPr lang="en-IN" sz="3600" b="0" u="none" strike="noStrike">
                <a:solidFill>
                  <a:srgbClr val="000000"/>
                </a:solidFill>
                <a:effectLst/>
                <a:uFillTx/>
                <a:latin typeface="Arial"/>
              </a:defRPr>
            </a:lvl1pPr>
          </a:lstStyle>
          <a:p>
            <a:pPr indent="0" algn="l">
              <a:lnSpc>
                <a:spcPct val="100000"/>
              </a:lnSpc>
              <a:buNone/>
              <a:tabLst>
                <a:tab pos="0" algn="l"/>
              </a:tabLst>
            </a:pPr>
            <a:r>
              <a:rPr lang="en-IN" sz="3600" b="0" u="none" strike="noStrike">
                <a:solidFill>
                  <a:srgbClr val="000000"/>
                </a:solidFill>
                <a:effectLst/>
                <a:uFillTx/>
                <a:latin typeface="Arial"/>
              </a:rPr>
              <a:t>Click to edit the title text format</a:t>
            </a:r>
            <a:endParaRPr lang="en-IN" sz="3600" b="0" u="none" strike="noStrike">
              <a:solidFill>
                <a:srgbClr val="000000"/>
              </a:solidFill>
              <a:effectLst/>
              <a:uFillTx/>
              <a:latin typeface="Arial"/>
            </a:endParaRPr>
          </a:p>
        </p:txBody>
      </p:sp>
      <p:sp>
        <p:nvSpPr>
          <p:cNvPr id="3" name="PlaceHolder 2"/>
          <p:cNvSpPr>
            <a:spLocks noGrp="1"/>
          </p:cNvSpPr>
          <p:nvPr>
            <p:ph type="title"/>
          </p:nvPr>
        </p:nvSpPr>
        <p:spPr>
          <a:xfrm>
            <a:off x="311760" y="340200"/>
            <a:ext cx="8519760" cy="2279880"/>
          </a:xfrm>
          <a:prstGeom prst="rect">
            <a:avLst/>
          </a:prstGeom>
          <a:noFill/>
          <a:ln w="0">
            <a:noFill/>
          </a:ln>
        </p:spPr>
        <p:txBody>
          <a:bodyPr lIns="91440" tIns="91440" rIns="91440" bIns="91440" anchor="b">
            <a:noAutofit/>
          </a:bodyPr>
          <a:lstStyle>
            <a:lvl1pPr indent="0" algn="l">
              <a:lnSpc>
                <a:spcPct val="100000"/>
              </a:lnSpc>
              <a:buNone/>
              <a:tabLst>
                <a:tab pos="0" algn="l"/>
              </a:tabLst>
              <a:defRPr lang="en-IN" sz="5200" b="0" u="none" strike="noStrike">
                <a:solidFill>
                  <a:srgbClr val="000000"/>
                </a:solidFill>
                <a:effectLst/>
                <a:uFillTx/>
                <a:latin typeface="Arial"/>
              </a:defRPr>
            </a:lvl1pPr>
          </a:lstStyle>
          <a:p>
            <a:pPr indent="0" algn="l">
              <a:lnSpc>
                <a:spcPct val="100000"/>
              </a:lnSpc>
              <a:buNone/>
              <a:tabLst>
                <a:tab pos="0" algn="l"/>
              </a:tabLst>
            </a:pPr>
            <a:r>
              <a:rPr lang="en-IN" sz="5200" b="0" u="none" strike="noStrike">
                <a:solidFill>
                  <a:srgbClr val="000000"/>
                </a:solidFill>
                <a:effectLst/>
                <a:uFillTx/>
                <a:latin typeface="Arial"/>
              </a:rPr>
              <a:t>Click to edit the title text format</a:t>
            </a:r>
            <a:endParaRPr lang="en-IN" sz="5200" b="0" u="none" strike="noStrike">
              <a:solidFill>
                <a:srgbClr val="000000"/>
              </a:solidFill>
              <a:effectLst/>
              <a:uFillTx/>
              <a:latin typeface="Arial"/>
            </a:endParaRPr>
          </a:p>
        </p:txBody>
      </p:sp>
      <p:sp>
        <p:nvSpPr>
          <p:cNvPr id="4" name="PlaceHolder 3"/>
          <p:cNvSpPr>
            <a:spLocks noGrp="1"/>
          </p:cNvSpPr>
          <p:nvPr>
            <p:ph type="title"/>
          </p:nvPr>
        </p:nvSpPr>
        <p:spPr>
          <a:xfrm>
            <a:off x="313560" y="4583520"/>
            <a:ext cx="4966920" cy="794160"/>
          </a:xfrm>
          <a:prstGeom prst="rect">
            <a:avLst/>
          </a:prstGeom>
          <a:noFill/>
          <a:ln w="0">
            <a:noFill/>
          </a:ln>
        </p:spPr>
        <p:txBody>
          <a:bodyPr lIns="91440" tIns="91440" rIns="91440" bIns="91440" anchor="b">
            <a:noAutofit/>
          </a:bodyPr>
          <a:lstStyle>
            <a:lvl1pPr indent="0" algn="l">
              <a:lnSpc>
                <a:spcPct val="100000"/>
              </a:lnSpc>
              <a:buNone/>
              <a:tabLst>
                <a:tab pos="0" algn="l"/>
              </a:tabLst>
              <a:defRPr lang="en-IN" sz="1800" b="0" u="none" strike="noStrike">
                <a:solidFill>
                  <a:srgbClr val="000000"/>
                </a:solidFill>
                <a:effectLst/>
                <a:uFillTx/>
                <a:latin typeface="Arial"/>
              </a:defRPr>
            </a:lvl1pPr>
          </a:lstStyle>
          <a:p>
            <a:pPr indent="0" algn="l">
              <a:lnSpc>
                <a:spcPct val="100000"/>
              </a:lnSpc>
              <a:buNone/>
              <a:tabLst>
                <a:tab pos="0" algn="l"/>
              </a:tabLst>
            </a:pPr>
            <a:r>
              <a:rPr lang="en-IN" sz="1800" b="0" u="none" strike="noStrike">
                <a:solidFill>
                  <a:srgbClr val="000000"/>
                </a:solidFill>
                <a:effectLst/>
                <a:uFillTx/>
                <a:latin typeface="Arial"/>
              </a:rPr>
              <a:t>Click to edit the title text format</a:t>
            </a:r>
            <a:endParaRPr lang="en-IN" sz="1800" b="0" u="none" strike="noStrike">
              <a:solidFill>
                <a:srgbClr val="000000"/>
              </a:solidFill>
              <a:effectLst/>
              <a:uFillTx/>
              <a:latin typeface="Arial"/>
            </a:endParaRPr>
          </a:p>
        </p:txBody>
      </p:sp>
      <p:sp>
        <p:nvSpPr>
          <p:cNvPr id="5" name="PlaceHolder 4"/>
          <p:cNvSpPr>
            <a:spLocks noGrp="1"/>
          </p:cNvSpPr>
          <p:nvPr>
            <p:ph type="sldNum" idx="1"/>
          </p:nvPr>
        </p:nvSpPr>
        <p:spPr>
          <a:xfrm>
            <a:off x="8556840" y="5277600"/>
            <a:ext cx="547920" cy="43668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rgbClr val="000000"/>
                </a:solidFill>
                <a:effectLst/>
                <a:uFillTx/>
                <a:latin typeface="Cambria"/>
                <a:ea typeface="Cambria"/>
              </a:defRPr>
            </a:lvl1pPr>
          </a:lstStyle>
          <a:p>
            <a:pPr indent="0" algn="r">
              <a:lnSpc>
                <a:spcPct val="100000"/>
              </a:lnSpc>
              <a:buNone/>
              <a:tabLst>
                <a:tab pos="0" algn="l"/>
              </a:tabLst>
            </a:pPr>
            <a:fld id="{07C6A8A4-3889-4F41-B95B-1B8D1A1CB0C7}" type="slidenum">
              <a:rPr lang="en" sz="1300" b="0" u="none" strike="noStrike">
                <a:solidFill>
                  <a:srgbClr val="000000"/>
                </a:solidFill>
                <a:effectLst/>
                <a:uFillTx/>
                <a:latin typeface="Cambria"/>
                <a:ea typeface="Cambria"/>
              </a:rPr>
              <a:t>&lt;number&gt;</a:t>
            </a:fld>
            <a:endParaRPr lang="en-IN" sz="1300" b="0" u="none" strike="noStrike">
              <a:solidFill>
                <a:srgbClr val="000000"/>
              </a:solidFill>
              <a:effectLst/>
              <a:uFillTx/>
              <a:latin typeface="Times New Roman"/>
            </a:endParaRPr>
          </a:p>
        </p:txBody>
      </p:sp>
      <p:sp>
        <p:nvSpPr>
          <p:cNvPr id="6" name="PlaceHolder 5"/>
          <p:cNvSpPr>
            <a:spLocks noGrp="1"/>
          </p:cNvSpPr>
          <p:nvPr>
            <p:ph type="body"/>
          </p:nvPr>
        </p:nvSpPr>
        <p:spPr>
          <a:xfrm>
            <a:off x="457200" y="1337040"/>
            <a:ext cx="8228880" cy="33138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IN" sz="14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14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1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14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IN" sz="1400" b="0" u="none" strike="noStrike">
                <a:solidFill>
                  <a:srgbClr val="000000"/>
                </a:solidFill>
                <a:effectLst/>
                <a:uFillTx/>
                <a:latin typeface="Arial"/>
              </a:rPr>
              <a:t>Click to edit the outline text format</a:t>
            </a:r>
            <a:endParaRPr lang="en-IN" sz="14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IN" sz="1400" b="0" u="none" strike="noStrike">
                <a:solidFill>
                  <a:srgbClr val="000000"/>
                </a:solidFill>
                <a:effectLst/>
                <a:uFillTx/>
                <a:latin typeface="Arial"/>
              </a:rPr>
              <a:t>Second Outline Level</a:t>
            </a:r>
            <a:endParaRPr lang="en-IN" sz="14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IN" sz="1400" b="0" u="none" strike="noStrike">
                <a:solidFill>
                  <a:srgbClr val="000000"/>
                </a:solidFill>
                <a:effectLst/>
                <a:uFillTx/>
                <a:latin typeface="Arial"/>
              </a:rPr>
              <a:t>Third Outline Level</a:t>
            </a:r>
            <a:endParaRPr lang="en-IN" sz="1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IN" sz="1400" b="0" u="none" strike="noStrike">
                <a:solidFill>
                  <a:srgbClr val="000000"/>
                </a:solidFill>
                <a:effectLst/>
                <a:uFillTx/>
                <a:latin typeface="Arial"/>
              </a:rPr>
              <a:t>Fourth Outline Level</a:t>
            </a:r>
            <a:endParaRPr lang="en-IN" sz="14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IN" sz="2000" b="0" u="none" strike="noStrike">
                <a:solidFill>
                  <a:srgbClr val="000000"/>
                </a:solidFill>
                <a:effectLst/>
                <a:uFillTx/>
                <a:latin typeface="Arial"/>
              </a:rPr>
              <a:t>Fifth Outline Level</a:t>
            </a:r>
            <a:endParaRPr lang="en-IN"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IN" sz="2000" b="0" u="none" strike="noStrike">
                <a:solidFill>
                  <a:srgbClr val="000000"/>
                </a:solidFill>
                <a:effectLst/>
                <a:uFillTx/>
                <a:latin typeface="Arial"/>
              </a:rPr>
              <a:t>Sixth Outline Level</a:t>
            </a:r>
            <a:endParaRPr lang="en-IN"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IN" sz="2000" b="0" u="none" strike="noStrike">
                <a:solidFill>
                  <a:srgbClr val="000000"/>
                </a:solidFill>
                <a:effectLst/>
                <a:uFillTx/>
                <a:latin typeface="Arial"/>
              </a:rPr>
              <a:t>Seventh Outline Level</a:t>
            </a:r>
            <a:endParaRPr lang="en-IN"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485640"/>
            <a:ext cx="8519760" cy="635760"/>
          </a:xfrm>
          <a:prstGeom prst="rect">
            <a:avLst/>
          </a:prstGeom>
          <a:noFill/>
          <a:ln w="0">
            <a:noFill/>
          </a:ln>
        </p:spPr>
        <p:txBody>
          <a:bodyPr lIns="91440" tIns="91440" rIns="91440" bIns="91440" anchor="t">
            <a:noAutofit/>
          </a:bodyPr>
          <a:lstStyle>
            <a:lvl1pPr indent="0" algn="l">
              <a:lnSpc>
                <a:spcPct val="100000"/>
              </a:lnSpc>
              <a:buNone/>
              <a:tabLst>
                <a:tab pos="0" algn="l"/>
              </a:tabLst>
              <a:defRPr lang="en-IN" sz="3600" b="0" u="none" strike="noStrike">
                <a:solidFill>
                  <a:srgbClr val="000000"/>
                </a:solidFill>
                <a:effectLst/>
                <a:uFillTx/>
                <a:latin typeface="Arial"/>
              </a:defRPr>
            </a:lvl1pPr>
          </a:lstStyle>
          <a:p>
            <a:pPr indent="0" algn="l">
              <a:lnSpc>
                <a:spcPct val="100000"/>
              </a:lnSpc>
              <a:buNone/>
              <a:tabLst>
                <a:tab pos="0" algn="l"/>
              </a:tabLst>
            </a:pPr>
            <a:r>
              <a:rPr lang="en-IN" sz="3600" b="0" u="none" strike="noStrike">
                <a:solidFill>
                  <a:srgbClr val="000000"/>
                </a:solidFill>
                <a:effectLst/>
                <a:uFillTx/>
                <a:latin typeface="Arial"/>
              </a:rPr>
              <a:t>Click to edit the title text format</a:t>
            </a:r>
            <a:endParaRPr lang="en-IN" sz="3600" b="0" u="none" strike="noStrike">
              <a:solidFill>
                <a:srgbClr val="000000"/>
              </a:solidFill>
              <a:effectLst/>
              <a:uFillTx/>
              <a:latin typeface="Arial"/>
            </a:endParaRPr>
          </a:p>
        </p:txBody>
      </p:sp>
      <p:sp>
        <p:nvSpPr>
          <p:cNvPr id="8" name="PlaceHolder 2"/>
          <p:cNvSpPr>
            <a:spLocks noGrp="1"/>
          </p:cNvSpPr>
          <p:nvPr>
            <p:ph type="body"/>
          </p:nvPr>
        </p:nvSpPr>
        <p:spPr>
          <a:xfrm>
            <a:off x="311760" y="1280520"/>
            <a:ext cx="8519760" cy="4166640"/>
          </a:xfrm>
          <a:prstGeom prst="rect">
            <a:avLst/>
          </a:prstGeom>
          <a:noFill/>
          <a:ln w="0">
            <a:noFill/>
          </a:ln>
        </p:spPr>
        <p:txBody>
          <a:bodyPr lIns="91440" tIns="91440" rIns="91440" bIns="91440" anchor="t">
            <a:noAutofit/>
          </a:bodyPr>
          <a:lstStyle>
            <a:lvl1pPr algn="l">
              <a:lnSpc>
                <a:spcPct val="100000"/>
              </a:lnSpc>
              <a:spcBef>
                <a:spcPts val="1417"/>
              </a:spcBef>
              <a:buClr>
                <a:srgbClr val="000000"/>
              </a:buClr>
              <a:buSzPct val="45000"/>
              <a:buFont typeface="Wingdings" charset="2"/>
              <a:buChar char=""/>
              <a:defRPr lang="en-IN" sz="30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30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30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3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3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3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3000" b="0" u="none" strike="noStrike">
                <a:solidFill>
                  <a:srgbClr val="000000"/>
                </a:solidFill>
                <a:effectLst/>
                <a:uFillTx/>
                <a:latin typeface="Arial"/>
              </a:defRPr>
            </a:lvl7pPr>
          </a:lstStyle>
          <a:p>
            <a:pPr marL="457200" indent="-419040" algn="l">
              <a:lnSpc>
                <a:spcPct val="100000"/>
              </a:lnSpc>
              <a:spcBef>
                <a:spcPts val="1417"/>
              </a:spcBef>
              <a:buClr>
                <a:srgbClr val="000000"/>
              </a:buClr>
              <a:buSzPct val="45000"/>
              <a:buFont typeface="Wingdings" charset="2"/>
              <a:buChar char=""/>
            </a:pPr>
            <a:r>
              <a:rPr lang="en-IN" sz="3000" b="0" u="none" strike="noStrike">
                <a:solidFill>
                  <a:srgbClr val="000000"/>
                </a:solidFill>
                <a:effectLst/>
                <a:uFillTx/>
                <a:latin typeface="Arial"/>
              </a:rPr>
              <a:t>Click to edit the outline text format</a:t>
            </a:r>
            <a:endParaRPr lang="en-IN" sz="3000" b="0" u="none" strike="noStrike">
              <a:solidFill>
                <a:srgbClr val="000000"/>
              </a:solidFill>
              <a:effectLst/>
              <a:uFillTx/>
              <a:latin typeface="Arial"/>
            </a:endParaRPr>
          </a:p>
          <a:p>
            <a:pPr marL="914400" lvl="1" indent="-419040" algn="l">
              <a:lnSpc>
                <a:spcPct val="100000"/>
              </a:lnSpc>
              <a:spcBef>
                <a:spcPts val="1134"/>
              </a:spcBef>
              <a:buClr>
                <a:srgbClr val="000000"/>
              </a:buClr>
              <a:buSzPct val="75000"/>
              <a:buFont typeface="Symbol" charset="2"/>
              <a:buChar char=""/>
            </a:pPr>
            <a:r>
              <a:rPr lang="en-IN" sz="3000" b="0" u="none" strike="noStrike">
                <a:solidFill>
                  <a:srgbClr val="000000"/>
                </a:solidFill>
                <a:effectLst/>
                <a:uFillTx/>
                <a:latin typeface="Arial"/>
              </a:rPr>
              <a:t>Second Outline Level</a:t>
            </a:r>
            <a:endParaRPr lang="en-IN" sz="3000" b="0" u="none" strike="noStrike">
              <a:solidFill>
                <a:srgbClr val="000000"/>
              </a:solidFill>
              <a:effectLst/>
              <a:uFillTx/>
              <a:latin typeface="Arial"/>
            </a:endParaRPr>
          </a:p>
          <a:p>
            <a:pPr marL="1371600" lvl="2" indent="-419040" algn="l">
              <a:lnSpc>
                <a:spcPct val="100000"/>
              </a:lnSpc>
              <a:spcBef>
                <a:spcPts val="850"/>
              </a:spcBef>
              <a:buClr>
                <a:srgbClr val="000000"/>
              </a:buClr>
              <a:buSzPct val="45000"/>
              <a:buFont typeface="Wingdings" charset="2"/>
              <a:buChar char=""/>
            </a:pPr>
            <a:r>
              <a:rPr lang="en-IN" sz="3000" b="0" u="none" strike="noStrike">
                <a:solidFill>
                  <a:srgbClr val="000000"/>
                </a:solidFill>
                <a:effectLst/>
                <a:uFillTx/>
                <a:latin typeface="Arial"/>
              </a:rPr>
              <a:t>Third Outline Level</a:t>
            </a:r>
            <a:endParaRPr lang="en-IN" sz="3000" b="0" u="none" strike="noStrike">
              <a:solidFill>
                <a:srgbClr val="000000"/>
              </a:solidFill>
              <a:effectLst/>
              <a:uFillTx/>
              <a:latin typeface="Arial"/>
            </a:endParaRPr>
          </a:p>
          <a:p>
            <a:pPr marL="1828800" lvl="3" indent="-419040" algn="l">
              <a:lnSpc>
                <a:spcPct val="100000"/>
              </a:lnSpc>
              <a:spcBef>
                <a:spcPts val="567"/>
              </a:spcBef>
              <a:buClr>
                <a:srgbClr val="000000"/>
              </a:buClr>
              <a:buSzPct val="75000"/>
              <a:buFont typeface="Symbol" charset="2"/>
              <a:buChar char=""/>
            </a:pPr>
            <a:r>
              <a:rPr lang="en-IN" sz="3000" b="0" u="none" strike="noStrike">
                <a:solidFill>
                  <a:srgbClr val="000000"/>
                </a:solidFill>
                <a:effectLst/>
                <a:uFillTx/>
                <a:latin typeface="Arial"/>
              </a:rPr>
              <a:t>Fourth Outline Level</a:t>
            </a:r>
            <a:endParaRPr lang="en-IN" sz="3000" b="0" u="none" strike="noStrike">
              <a:solidFill>
                <a:srgbClr val="000000"/>
              </a:solidFill>
              <a:effectLst/>
              <a:uFillTx/>
              <a:latin typeface="Arial"/>
            </a:endParaRPr>
          </a:p>
          <a:p>
            <a:pPr marL="2286000" lvl="4" indent="-419040" algn="l">
              <a:lnSpc>
                <a:spcPct val="100000"/>
              </a:lnSpc>
              <a:spcBef>
                <a:spcPts val="283"/>
              </a:spcBef>
              <a:buClr>
                <a:srgbClr val="000000"/>
              </a:buClr>
              <a:buSzPct val="45000"/>
              <a:buFont typeface="Wingdings" charset="2"/>
              <a:buChar char=""/>
            </a:pPr>
            <a:r>
              <a:rPr lang="en-IN" sz="3000" b="0" u="none" strike="noStrike">
                <a:solidFill>
                  <a:srgbClr val="000000"/>
                </a:solidFill>
                <a:effectLst/>
                <a:uFillTx/>
                <a:latin typeface="Arial"/>
              </a:rPr>
              <a:t>Fifth Outline Level</a:t>
            </a:r>
            <a:endParaRPr lang="en-IN" sz="3000" b="0" u="none" strike="noStrike">
              <a:solidFill>
                <a:srgbClr val="000000"/>
              </a:solidFill>
              <a:effectLst/>
              <a:uFillTx/>
              <a:latin typeface="Arial"/>
            </a:endParaRPr>
          </a:p>
          <a:p>
            <a:pPr marL="2743200" lvl="5" indent="-419040" algn="l">
              <a:lnSpc>
                <a:spcPct val="100000"/>
              </a:lnSpc>
              <a:spcBef>
                <a:spcPts val="283"/>
              </a:spcBef>
              <a:buClr>
                <a:srgbClr val="000000"/>
              </a:buClr>
              <a:buSzPct val="45000"/>
              <a:buFont typeface="Wingdings" charset="2"/>
              <a:buChar char=""/>
            </a:pPr>
            <a:r>
              <a:rPr lang="en-IN" sz="3000" b="0" u="none" strike="noStrike">
                <a:solidFill>
                  <a:srgbClr val="000000"/>
                </a:solidFill>
                <a:effectLst/>
                <a:uFillTx/>
                <a:latin typeface="Arial"/>
              </a:rPr>
              <a:t>Sixth Outline Level</a:t>
            </a:r>
            <a:endParaRPr lang="en-IN" sz="3000" b="0" u="none" strike="noStrike">
              <a:solidFill>
                <a:srgbClr val="000000"/>
              </a:solidFill>
              <a:effectLst/>
              <a:uFillTx/>
              <a:latin typeface="Arial"/>
            </a:endParaRPr>
          </a:p>
          <a:p>
            <a:pPr marL="3200400" lvl="6" indent="-419040" algn="l">
              <a:lnSpc>
                <a:spcPct val="100000"/>
              </a:lnSpc>
              <a:spcBef>
                <a:spcPts val="283"/>
              </a:spcBef>
              <a:buClr>
                <a:srgbClr val="000000"/>
              </a:buClr>
              <a:buSzPct val="45000"/>
              <a:buFont typeface="Wingdings" charset="2"/>
              <a:buChar char=""/>
            </a:pPr>
            <a:r>
              <a:rPr lang="en-IN" sz="3000" b="0" u="none" strike="noStrike">
                <a:solidFill>
                  <a:srgbClr val="000000"/>
                </a:solidFill>
                <a:effectLst/>
                <a:uFillTx/>
                <a:latin typeface="Arial"/>
              </a:rPr>
              <a:t>Seventh Outline Level</a:t>
            </a:r>
            <a:endParaRPr lang="en-IN" sz="3000" b="0" u="none" strike="noStrike">
              <a:solidFill>
                <a:srgbClr val="000000"/>
              </a:solidFill>
              <a:effectLst/>
              <a:uFillTx/>
              <a:latin typeface="Arial"/>
            </a:endParaRPr>
          </a:p>
        </p:txBody>
      </p:sp>
      <p:sp>
        <p:nvSpPr>
          <p:cNvPr id="9" name="PlaceHolder 3"/>
          <p:cNvSpPr>
            <a:spLocks noGrp="1"/>
          </p:cNvSpPr>
          <p:nvPr>
            <p:ph type="sldNum" idx="2"/>
          </p:nvPr>
        </p:nvSpPr>
        <p:spPr>
          <a:xfrm>
            <a:off x="8462880" y="5238720"/>
            <a:ext cx="6433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4B25972F-8AC9-40C3-891F-69FB96F67E2E}"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cxnSp>
        <p:nvCxnSpPr>
          <p:cNvPr id="10" name="Google Shape;19;p3"/>
          <p:cNvCxnSpPr/>
          <p:nvPr/>
        </p:nvCxnSpPr>
        <p:spPr>
          <a:xfrm flipV="1">
            <a:off x="383040" y="1220760"/>
            <a:ext cx="8595360" cy="1800"/>
          </a:xfrm>
          <a:prstGeom prst="straightConnector1">
            <a:avLst/>
          </a:prstGeom>
          <a:ln w="19050">
            <a:solidFill>
              <a:srgbClr val="8B00E7"/>
            </a:solidFill>
            <a:round/>
          </a:ln>
        </p:spPr>
      </p:cxnSp>
      <p:sp>
        <p:nvSpPr>
          <p:cNvPr id="11" name="Google Shape;20;p3"/>
          <p:cNvSpPr/>
          <p:nvPr/>
        </p:nvSpPr>
        <p:spPr>
          <a:xfrm>
            <a:off x="4259880" y="5255640"/>
            <a:ext cx="3627000" cy="421200"/>
          </a:xfrm>
          <a:prstGeom prst="rect">
            <a:avLst/>
          </a:prstGeom>
          <a:noFill/>
          <a:ln w="0">
            <a:noFill/>
          </a:ln>
        </p:spPr>
        <p:style>
          <a:lnRef idx="0"/>
          <a:fillRef idx="0"/>
          <a:effectRef idx="0"/>
          <a:fontRef idx="minor"/>
        </p:style>
        <p:txBody>
          <a:bodyPr lIns="90000" tIns="91440" rIns="90000" bIns="91440" anchor="t">
            <a:noAutofit/>
          </a:bodyPr>
          <a:p>
            <a:endParaRPr lang="en-IN" sz="1400" b="0" u="none" strike="noStrike">
              <a:solidFill>
                <a:srgbClr val="000000"/>
              </a:solidFill>
              <a:effectLst/>
              <a:uFillTx/>
              <a:latin typeface="Cambria"/>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2">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1155240"/>
            <a:ext cx="8519760" cy="1763640"/>
          </a:xfrm>
          <a:prstGeom prst="rect">
            <a:avLst/>
          </a:prstGeom>
          <a:noFill/>
          <a:ln w="0">
            <a:noFill/>
          </a:ln>
        </p:spPr>
        <p:txBody>
          <a:bodyPr lIns="91440" tIns="91440" rIns="91440" bIns="91440" anchor="b">
            <a:noAutofit/>
          </a:bodyPr>
          <a:lstStyle>
            <a:lvl1pPr indent="0" algn="l">
              <a:lnSpc>
                <a:spcPct val="100000"/>
              </a:lnSpc>
              <a:buNone/>
              <a:tabLst>
                <a:tab pos="0" algn="l"/>
              </a:tabLst>
              <a:defRPr lang="en-IN" sz="5200" b="0" u="none" strike="noStrike">
                <a:solidFill>
                  <a:srgbClr val="000000"/>
                </a:solidFill>
                <a:effectLst/>
                <a:uFillTx/>
                <a:latin typeface="Arial"/>
              </a:defRPr>
            </a:lvl1pPr>
          </a:lstStyle>
          <a:p>
            <a:pPr indent="0" algn="l">
              <a:lnSpc>
                <a:spcPct val="100000"/>
              </a:lnSpc>
              <a:buNone/>
              <a:tabLst>
                <a:tab pos="0" algn="l"/>
              </a:tabLst>
            </a:pPr>
            <a:r>
              <a:rPr lang="en-IN" sz="5200" b="0" u="none" strike="noStrike">
                <a:solidFill>
                  <a:srgbClr val="000000"/>
                </a:solidFill>
                <a:effectLst/>
                <a:uFillTx/>
                <a:latin typeface="Arial"/>
              </a:rPr>
              <a:t>Click to edit the title text format</a:t>
            </a:r>
            <a:endParaRPr lang="en-IN" sz="5200" b="0" u="none" strike="noStrike">
              <a:solidFill>
                <a:srgbClr val="000000"/>
              </a:solidFill>
              <a:effectLst/>
              <a:uFillTx/>
              <a:latin typeface="Arial"/>
            </a:endParaRPr>
          </a:p>
        </p:txBody>
      </p:sp>
      <p:sp>
        <p:nvSpPr>
          <p:cNvPr id="13" name="PlaceHolder 2"/>
          <p:cNvSpPr>
            <a:spLocks noGrp="1"/>
          </p:cNvSpPr>
          <p:nvPr>
            <p:ph type="title"/>
          </p:nvPr>
        </p:nvSpPr>
        <p:spPr>
          <a:xfrm>
            <a:off x="1645560" y="3184920"/>
            <a:ext cx="6170760" cy="794160"/>
          </a:xfrm>
          <a:prstGeom prst="rect">
            <a:avLst/>
          </a:prstGeom>
          <a:noFill/>
          <a:ln w="0">
            <a:noFill/>
          </a:ln>
        </p:spPr>
        <p:txBody>
          <a:bodyPr lIns="91440" tIns="91440" rIns="91440" bIns="91440" anchor="b">
            <a:noAutofit/>
          </a:bodyPr>
          <a:lstStyle>
            <a:lvl1pPr indent="0" algn="l">
              <a:lnSpc>
                <a:spcPct val="100000"/>
              </a:lnSpc>
              <a:buNone/>
              <a:tabLst>
                <a:tab pos="0" algn="l"/>
              </a:tabLst>
              <a:defRPr lang="en-IN" sz="3600" b="0" u="none" strike="noStrike">
                <a:solidFill>
                  <a:srgbClr val="000000"/>
                </a:solidFill>
                <a:effectLst/>
                <a:uFillTx/>
                <a:latin typeface="Arial"/>
              </a:defRPr>
            </a:lvl1pPr>
          </a:lstStyle>
          <a:p>
            <a:pPr indent="0" algn="l">
              <a:lnSpc>
                <a:spcPct val="100000"/>
              </a:lnSpc>
              <a:buNone/>
              <a:tabLst>
                <a:tab pos="0" algn="l"/>
              </a:tabLst>
            </a:pPr>
            <a:r>
              <a:rPr lang="en-IN" sz="3600" b="0" u="none" strike="noStrike">
                <a:solidFill>
                  <a:srgbClr val="000000"/>
                </a:solidFill>
                <a:effectLst/>
                <a:uFillTx/>
                <a:latin typeface="Arial"/>
              </a:rPr>
              <a:t>Click to edit the title text format</a:t>
            </a:r>
            <a:endParaRPr lang="en-IN" sz="3600" b="0" u="none" strike="noStrike">
              <a:solidFill>
                <a:srgbClr val="000000"/>
              </a:solidFill>
              <a:effectLst/>
              <a:uFillTx/>
              <a:latin typeface="Arial"/>
            </a:endParaRPr>
          </a:p>
        </p:txBody>
      </p:sp>
      <p:sp>
        <p:nvSpPr>
          <p:cNvPr id="14" name="PlaceHolder 3"/>
          <p:cNvSpPr>
            <a:spLocks noGrp="1"/>
          </p:cNvSpPr>
          <p:nvPr>
            <p:ph type="title"/>
          </p:nvPr>
        </p:nvSpPr>
        <p:spPr>
          <a:xfrm>
            <a:off x="320040" y="5072760"/>
            <a:ext cx="3136680" cy="490320"/>
          </a:xfrm>
          <a:prstGeom prst="rect">
            <a:avLst/>
          </a:prstGeom>
          <a:noFill/>
          <a:ln w="0">
            <a:noFill/>
          </a:ln>
        </p:spPr>
        <p:txBody>
          <a:bodyPr lIns="91440" tIns="91440" rIns="91440" bIns="91440" anchor="b">
            <a:noAutofit/>
          </a:bodyPr>
          <a:lstStyle>
            <a:lvl1pPr indent="0" algn="l">
              <a:lnSpc>
                <a:spcPct val="100000"/>
              </a:lnSpc>
              <a:buNone/>
              <a:tabLst>
                <a:tab pos="0" algn="l"/>
              </a:tabLst>
              <a:defRPr lang="en-IN" sz="1800" b="0" u="none" strike="noStrike">
                <a:solidFill>
                  <a:srgbClr val="000000"/>
                </a:solidFill>
                <a:effectLst/>
                <a:uFillTx/>
                <a:latin typeface="Arial"/>
              </a:defRPr>
            </a:lvl1pPr>
          </a:lstStyle>
          <a:p>
            <a:pPr indent="0" algn="l">
              <a:lnSpc>
                <a:spcPct val="100000"/>
              </a:lnSpc>
              <a:buNone/>
              <a:tabLst>
                <a:tab pos="0" algn="l"/>
              </a:tabLst>
            </a:pPr>
            <a:r>
              <a:rPr lang="en-IN" sz="1800" b="0" u="none" strike="noStrike">
                <a:solidFill>
                  <a:srgbClr val="000000"/>
                </a:solidFill>
                <a:effectLst/>
                <a:uFillTx/>
                <a:latin typeface="Arial"/>
              </a:rPr>
              <a:t>Click to edit the title text format</a:t>
            </a:r>
            <a:endParaRPr lang="en-IN" sz="1800" b="0" u="none" strike="noStrike">
              <a:solidFill>
                <a:srgbClr val="000000"/>
              </a:solidFill>
              <a:effectLst/>
              <a:uFillTx/>
              <a:latin typeface="Arial"/>
            </a:endParaRPr>
          </a:p>
        </p:txBody>
      </p:sp>
      <p:sp>
        <p:nvSpPr>
          <p:cNvPr id="15" name="PlaceHolder 4"/>
          <p:cNvSpPr>
            <a:spLocks noGrp="1"/>
          </p:cNvSpPr>
          <p:nvPr>
            <p:ph type="sldNum" idx="3"/>
          </p:nvPr>
        </p:nvSpPr>
        <p:spPr>
          <a:xfrm>
            <a:off x="8556840" y="5277600"/>
            <a:ext cx="547920" cy="43668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300" b="0" u="none" strike="noStrike">
                <a:solidFill>
                  <a:srgbClr val="000000"/>
                </a:solidFill>
                <a:effectLst/>
                <a:uFillTx/>
                <a:latin typeface="Cambria"/>
                <a:ea typeface="Cambria"/>
              </a:defRPr>
            </a:lvl1pPr>
          </a:lstStyle>
          <a:p>
            <a:pPr indent="0" algn="r">
              <a:lnSpc>
                <a:spcPct val="100000"/>
              </a:lnSpc>
              <a:buNone/>
              <a:tabLst>
                <a:tab pos="0" algn="l"/>
              </a:tabLst>
            </a:pPr>
            <a:fld id="{93AE6469-C0AD-4FE5-9859-05C269D60FC9}" type="slidenum">
              <a:rPr lang="en" sz="1300" b="0" u="none" strike="noStrike">
                <a:solidFill>
                  <a:srgbClr val="000000"/>
                </a:solidFill>
                <a:effectLst/>
                <a:uFillTx/>
                <a:latin typeface="Cambria"/>
                <a:ea typeface="Cambria"/>
              </a:rPr>
              <a:t>&lt;number&gt;</a:t>
            </a:fld>
            <a:endParaRPr lang="en-IN" sz="13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3">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827280"/>
            <a:ext cx="8519760" cy="2279880"/>
          </a:xfrm>
          <a:prstGeom prst="rect">
            <a:avLst/>
          </a:prstGeom>
          <a:noFill/>
          <a:ln w="0">
            <a:noFill/>
          </a:ln>
        </p:spPr>
        <p:txBody>
          <a:bodyPr lIns="91440" tIns="91440" rIns="91440" bIns="91440" anchor="b">
            <a:noAutofit/>
          </a:bodyPr>
          <a:lstStyle>
            <a:lvl1pPr indent="0" algn="l">
              <a:lnSpc>
                <a:spcPct val="100000"/>
              </a:lnSpc>
              <a:buNone/>
              <a:tabLst>
                <a:tab pos="0" algn="l"/>
              </a:tabLst>
              <a:defRPr lang="en-IN" sz="5200" b="0" u="none" strike="noStrike">
                <a:solidFill>
                  <a:srgbClr val="000000"/>
                </a:solidFill>
                <a:effectLst/>
                <a:uFillTx/>
                <a:latin typeface="Arial"/>
              </a:defRPr>
            </a:lvl1pPr>
          </a:lstStyle>
          <a:p>
            <a:pPr indent="0" algn="l">
              <a:lnSpc>
                <a:spcPct val="100000"/>
              </a:lnSpc>
              <a:buNone/>
              <a:tabLst>
                <a:tab pos="0" algn="l"/>
              </a:tabLst>
            </a:pPr>
            <a:r>
              <a:rPr lang="en-IN" sz="5200" b="0" u="none" strike="noStrike">
                <a:solidFill>
                  <a:srgbClr val="000000"/>
                </a:solidFill>
                <a:effectLst/>
                <a:uFillTx/>
                <a:latin typeface="Arial"/>
              </a:rPr>
              <a:t>Click to edit the title text format</a:t>
            </a:r>
            <a:endParaRPr lang="en-IN" sz="5200" b="0" u="none" strike="noStrike">
              <a:solidFill>
                <a:srgbClr val="000000"/>
              </a:solidFill>
              <a:effectLst/>
              <a:uFillTx/>
              <a:latin typeface="Arial"/>
            </a:endParaRPr>
          </a:p>
        </p:txBody>
      </p:sp>
      <p:sp>
        <p:nvSpPr>
          <p:cNvPr id="17" name="PlaceHolder 2"/>
          <p:cNvSpPr>
            <a:spLocks noGrp="1"/>
          </p:cNvSpPr>
          <p:nvPr>
            <p:ph type="sldNum" idx="4"/>
          </p:nvPr>
        </p:nvSpPr>
        <p:spPr>
          <a:xfrm>
            <a:off x="8472600" y="5181480"/>
            <a:ext cx="5479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A9FEB399-4A68-4D1B-9976-832660C72032}"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80880" y="127080"/>
            <a:ext cx="8381160" cy="63432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IN" sz="4700" b="0" u="none" strike="noStrike">
                <a:solidFill>
                  <a:srgbClr val="000000"/>
                </a:solidFill>
                <a:effectLst/>
                <a:uFillTx/>
                <a:latin typeface="Arial"/>
              </a:defRPr>
            </a:lvl1pPr>
          </a:lstStyle>
          <a:p>
            <a:pPr indent="0" algn="l">
              <a:lnSpc>
                <a:spcPct val="100000"/>
              </a:lnSpc>
              <a:buNone/>
              <a:tabLst>
                <a:tab pos="0" algn="l"/>
              </a:tabLst>
            </a:pPr>
            <a:r>
              <a:rPr lang="en-IN" sz="4700" b="0" u="none" strike="noStrike">
                <a:solidFill>
                  <a:srgbClr val="000000"/>
                </a:solidFill>
                <a:effectLst/>
                <a:uFillTx/>
                <a:latin typeface="Arial"/>
              </a:rPr>
              <a:t>Click to edit the title text format</a:t>
            </a:r>
            <a:endParaRPr lang="en-IN" sz="4700" b="0" u="none" strike="noStrike">
              <a:solidFill>
                <a:srgbClr val="000000"/>
              </a:solidFill>
              <a:effectLst/>
              <a:uFillTx/>
              <a:latin typeface="Arial"/>
            </a:endParaRPr>
          </a:p>
        </p:txBody>
      </p:sp>
      <p:sp>
        <p:nvSpPr>
          <p:cNvPr id="19" name="PlaceHolder 2"/>
          <p:cNvSpPr>
            <a:spLocks noGrp="1"/>
          </p:cNvSpPr>
          <p:nvPr>
            <p:ph type="body"/>
          </p:nvPr>
        </p:nvSpPr>
        <p:spPr>
          <a:xfrm>
            <a:off x="380880" y="888840"/>
            <a:ext cx="8381160" cy="4698360"/>
          </a:xfrm>
          <a:prstGeom prst="rect">
            <a:avLst/>
          </a:prstGeom>
          <a:noFill/>
          <a:ln w="0">
            <a:noFill/>
          </a:ln>
        </p:spPr>
        <p:txBody>
          <a:bodyPr lIns="91440" tIns="45720" rIns="91440" bIns="45720" anchor="t">
            <a:noAutofit/>
          </a:bodyPr>
          <a:lstStyle>
            <a:lvl1pPr algn="l">
              <a:lnSpc>
                <a:spcPct val="100000"/>
              </a:lnSpc>
              <a:spcBef>
                <a:spcPts val="1417"/>
              </a:spcBef>
              <a:buClr>
                <a:srgbClr val="000000"/>
              </a:buClr>
              <a:buSzPct val="45000"/>
              <a:buFont typeface="Wingdings" charset="2"/>
              <a:buChar char=""/>
              <a:defRPr lang="en-IN" sz="36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IN" sz="36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IN" sz="36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IN" sz="36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IN" sz="36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IN" sz="36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IN" sz="3600" b="0" u="none" strike="noStrike">
                <a:solidFill>
                  <a:srgbClr val="000000"/>
                </a:solidFill>
                <a:effectLst/>
                <a:uFillTx/>
                <a:latin typeface="Arial"/>
              </a:defRPr>
            </a:lvl7pPr>
          </a:lstStyle>
          <a:p>
            <a:pPr marL="457200" indent="-457200" algn="l">
              <a:lnSpc>
                <a:spcPct val="100000"/>
              </a:lnSpc>
              <a:spcBef>
                <a:spcPts val="1417"/>
              </a:spcBef>
              <a:buClr>
                <a:srgbClr val="000000"/>
              </a:buClr>
              <a:buSzPct val="45000"/>
              <a:buFont typeface="Wingdings" charset="2"/>
              <a:buChar char=""/>
            </a:pPr>
            <a:r>
              <a:rPr lang="en-IN" sz="3600" b="0" u="none" strike="noStrike">
                <a:solidFill>
                  <a:srgbClr val="000000"/>
                </a:solidFill>
                <a:effectLst/>
                <a:uFillTx/>
                <a:latin typeface="Arial"/>
              </a:rPr>
              <a:t>Click to edit the outline text format</a:t>
            </a:r>
            <a:endParaRPr lang="en-IN" sz="3600" b="0" u="none" strike="noStrike">
              <a:solidFill>
                <a:srgbClr val="000000"/>
              </a:solidFill>
              <a:effectLst/>
              <a:uFillTx/>
              <a:latin typeface="Arial"/>
            </a:endParaRPr>
          </a:p>
          <a:p>
            <a:pPr marL="914400" lvl="1" indent="-431640" algn="l">
              <a:lnSpc>
                <a:spcPct val="100000"/>
              </a:lnSpc>
              <a:spcBef>
                <a:spcPts val="1134"/>
              </a:spcBef>
              <a:buClr>
                <a:srgbClr val="000000"/>
              </a:buClr>
              <a:buSzPct val="75000"/>
              <a:buFont typeface="Symbol" charset="2"/>
              <a:buChar char=""/>
            </a:pPr>
            <a:r>
              <a:rPr lang="en-IN" sz="3600" b="0" u="none" strike="noStrike">
                <a:solidFill>
                  <a:srgbClr val="000000"/>
                </a:solidFill>
                <a:effectLst/>
                <a:uFillTx/>
                <a:latin typeface="Arial"/>
              </a:rPr>
              <a:t>Second Outline Level</a:t>
            </a:r>
            <a:endParaRPr lang="en-IN" sz="3600" b="0" u="none" strike="noStrike">
              <a:solidFill>
                <a:srgbClr val="000000"/>
              </a:solidFill>
              <a:effectLst/>
              <a:uFillTx/>
              <a:latin typeface="Arial"/>
            </a:endParaRPr>
          </a:p>
          <a:p>
            <a:pPr marL="1371600" lvl="2" indent="-406440" algn="l">
              <a:lnSpc>
                <a:spcPct val="100000"/>
              </a:lnSpc>
              <a:spcBef>
                <a:spcPts val="850"/>
              </a:spcBef>
              <a:buClr>
                <a:srgbClr val="000000"/>
              </a:buClr>
              <a:buSzPct val="45000"/>
              <a:buFont typeface="Wingdings" charset="2"/>
              <a:buChar char=""/>
            </a:pPr>
            <a:r>
              <a:rPr lang="en-IN" sz="3600" b="0" u="none" strike="noStrike">
                <a:solidFill>
                  <a:srgbClr val="000000"/>
                </a:solidFill>
                <a:effectLst/>
                <a:uFillTx/>
                <a:latin typeface="Arial"/>
              </a:rPr>
              <a:t>Third Outline Level</a:t>
            </a:r>
            <a:endParaRPr lang="en-IN" sz="3600" b="0" u="none" strike="noStrike">
              <a:solidFill>
                <a:srgbClr val="000000"/>
              </a:solidFill>
              <a:effectLst/>
              <a:uFillTx/>
              <a:latin typeface="Arial"/>
            </a:endParaRPr>
          </a:p>
          <a:p>
            <a:pPr marL="1828800" lvl="3" indent="-380880" algn="l">
              <a:lnSpc>
                <a:spcPct val="100000"/>
              </a:lnSpc>
              <a:spcBef>
                <a:spcPts val="567"/>
              </a:spcBef>
              <a:buClr>
                <a:srgbClr val="000000"/>
              </a:buClr>
              <a:buSzPct val="75000"/>
              <a:buFont typeface="Symbol" charset="2"/>
              <a:buChar char=""/>
            </a:pPr>
            <a:r>
              <a:rPr lang="en-IN" sz="3600" b="0" u="none" strike="noStrike">
                <a:solidFill>
                  <a:srgbClr val="000000"/>
                </a:solidFill>
                <a:effectLst/>
                <a:uFillTx/>
                <a:latin typeface="Arial"/>
              </a:rPr>
              <a:t>Fourth Outline Level</a:t>
            </a:r>
            <a:endParaRPr lang="en-IN" sz="3600" b="0" u="none" strike="noStrike">
              <a:solidFill>
                <a:srgbClr val="000000"/>
              </a:solidFill>
              <a:effectLst/>
              <a:uFillTx/>
              <a:latin typeface="Arial"/>
            </a:endParaRPr>
          </a:p>
          <a:p>
            <a:pPr marL="2286000" lvl="4" indent="-380880" algn="l">
              <a:lnSpc>
                <a:spcPct val="100000"/>
              </a:lnSpc>
              <a:spcBef>
                <a:spcPts val="283"/>
              </a:spcBef>
              <a:buClr>
                <a:srgbClr val="000000"/>
              </a:buClr>
              <a:buSzPct val="45000"/>
              <a:buFont typeface="Wingdings" charset="2"/>
              <a:buChar char=""/>
            </a:pPr>
            <a:r>
              <a:rPr lang="en-IN" sz="3600" b="0" u="none" strike="noStrike">
                <a:solidFill>
                  <a:srgbClr val="000000"/>
                </a:solidFill>
                <a:effectLst/>
                <a:uFillTx/>
                <a:latin typeface="Arial"/>
              </a:rPr>
              <a:t>Fifth Outline Level</a:t>
            </a:r>
            <a:endParaRPr lang="en-IN" sz="3600" b="0" u="none" strike="noStrike">
              <a:solidFill>
                <a:srgbClr val="000000"/>
              </a:solidFill>
              <a:effectLst/>
              <a:uFillTx/>
              <a:latin typeface="Arial"/>
            </a:endParaRPr>
          </a:p>
          <a:p>
            <a:pPr marL="2743200" lvl="5" indent="-343080" algn="l">
              <a:lnSpc>
                <a:spcPct val="100000"/>
              </a:lnSpc>
              <a:spcBef>
                <a:spcPts val="283"/>
              </a:spcBef>
              <a:buClr>
                <a:srgbClr val="000000"/>
              </a:buClr>
              <a:buSzPct val="45000"/>
              <a:buFont typeface="Wingdings" charset="2"/>
              <a:buChar char=""/>
            </a:pPr>
            <a:r>
              <a:rPr lang="en-IN" sz="3600" b="0" u="none" strike="noStrike">
                <a:solidFill>
                  <a:srgbClr val="000000"/>
                </a:solidFill>
                <a:effectLst/>
                <a:uFillTx/>
                <a:latin typeface="Arial"/>
              </a:rPr>
              <a:t>Sixth Outline Level</a:t>
            </a:r>
            <a:endParaRPr lang="en-IN" sz="3600" b="0" u="none" strike="noStrike">
              <a:solidFill>
                <a:srgbClr val="000000"/>
              </a:solidFill>
              <a:effectLst/>
              <a:uFillTx/>
              <a:latin typeface="Arial"/>
            </a:endParaRPr>
          </a:p>
          <a:p>
            <a:pPr marL="3200400" lvl="6" indent="-343080" algn="l">
              <a:lnSpc>
                <a:spcPct val="100000"/>
              </a:lnSpc>
              <a:spcBef>
                <a:spcPts val="283"/>
              </a:spcBef>
              <a:buClr>
                <a:srgbClr val="000000"/>
              </a:buClr>
              <a:buSzPct val="45000"/>
              <a:buFont typeface="Wingdings" charset="2"/>
              <a:buChar char=""/>
            </a:pPr>
            <a:r>
              <a:rPr lang="en-IN" sz="3600" b="0" u="none" strike="noStrike">
                <a:solidFill>
                  <a:srgbClr val="000000"/>
                </a:solidFill>
                <a:effectLst/>
                <a:uFillTx/>
                <a:latin typeface="Arial"/>
              </a:rPr>
              <a:t>Seventh Outline Level</a:t>
            </a:r>
            <a:endParaRPr lang="en-IN" sz="3600" b="0" u="none" strike="noStrike">
              <a:solidFill>
                <a:srgbClr val="000000"/>
              </a:solidFill>
              <a:effectLst/>
              <a:uFillTx/>
              <a:latin typeface="Arial"/>
            </a:endParaRPr>
          </a:p>
        </p:txBody>
      </p:sp>
      <p:sp>
        <p:nvSpPr>
          <p:cNvPr id="20" name="PlaceHolder 3"/>
          <p:cNvSpPr>
            <a:spLocks noGrp="1"/>
          </p:cNvSpPr>
          <p:nvPr>
            <p:ph type="sldNum" idx="5"/>
          </p:nvPr>
        </p:nvSpPr>
        <p:spPr>
          <a:xfrm>
            <a:off x="8077320" y="5283720"/>
            <a:ext cx="685080" cy="3034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 sz="2000" b="0" u="none" strike="noStrike">
                <a:solidFill>
                  <a:srgbClr val="898989"/>
                </a:solidFill>
                <a:effectLst/>
                <a:uFillTx/>
                <a:latin typeface="Cambria Math"/>
                <a:ea typeface="Cambria Math"/>
              </a:defRPr>
            </a:lvl1pPr>
          </a:lstStyle>
          <a:p>
            <a:pPr indent="0" algn="r">
              <a:lnSpc>
                <a:spcPct val="100000"/>
              </a:lnSpc>
              <a:buNone/>
              <a:tabLst>
                <a:tab pos="0" algn="l"/>
              </a:tabLst>
            </a:pPr>
            <a:fld id="{28EE8ECD-EC31-4DFB-ADCA-26FF20690763}" type="slidenum">
              <a:rPr lang="en" sz="2000" b="0" u="none" strike="noStrike">
                <a:solidFill>
                  <a:srgbClr val="898989"/>
                </a:solidFill>
                <a:effectLst/>
                <a:uFillTx/>
                <a:latin typeface="Cambria Math"/>
                <a:ea typeface="Cambria Math"/>
              </a:rPr>
              <a:t>&lt;number&gt;</a:t>
            </a:fld>
            <a:endParaRPr lang="en-IN" sz="20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311760" y="470520"/>
            <a:ext cx="8519760" cy="4806360"/>
          </a:xfrm>
          <a:prstGeom prst="rect">
            <a:avLst/>
          </a:prstGeom>
          <a:noFill/>
          <a:ln w="0">
            <a:noFill/>
          </a:ln>
        </p:spPr>
        <p:txBody>
          <a:bodyPr lIns="91440" tIns="91440" rIns="91440" bIns="91440" anchor="ctr">
            <a:noAutofit/>
          </a:bodyPr>
          <a:p>
            <a:pPr marL="0" indent="0" algn="ctr">
              <a:lnSpc>
                <a:spcPct val="100000"/>
              </a:lnSpc>
              <a:spcBef>
                <a:spcPts val="0"/>
              </a:spcBef>
              <a:spcAft>
                <a:spcPts val="0"/>
              </a:spcAft>
              <a:buNone/>
            </a:pPr>
            <a:r>
              <a:rPr lang="en-US" sz="2000" b="0" i="0" dirty="0">
                <a:solidFill>
                  <a:schemeClr val="dk1"/>
                </a:solidFill>
                <a:latin typeface="Arial"/>
                <a:ea typeface="Arial"/>
                <a:cs typeface="Arial"/>
              </a:rPr>
              <a:t>CS683 Project Proposal</a:t>
            </a:r>
          </a:p>
          <a:p>
            <a:pPr marL="0" indent="0" algn="ctr">
              <a:lnSpc>
                <a:spcPct val="100000"/>
              </a:lnSpc>
              <a:spcBef>
                <a:spcPts val="3600"/>
              </a:spcBef>
              <a:spcAft>
                <a:spcPts val="0"/>
              </a:spcAft>
              <a:buNone/>
            </a:pPr>
            <a:r>
              <a:rPr lang="en-US" sz="2800" b="1" i="0" dirty="0">
                <a:solidFill>
                  <a:schemeClr val="dk1"/>
                </a:solidFill>
                <a:latin typeface="Arial"/>
                <a:ea typeface="Arial"/>
                <a:cs typeface="Arial"/>
              </a:rPr>
              <a:t>LoGO: Combining Local Deltas and Global Offsets for Data Prefetching</a:t>
            </a:r>
          </a:p>
          <a:p>
            <a:pPr marL="0" indent="0" algn="ctr">
              <a:lnSpc>
                <a:spcPct val="100000"/>
              </a:lnSpc>
              <a:spcBef>
                <a:spcPts val="3600"/>
              </a:spcBef>
              <a:spcAft>
                <a:spcPts val="0"/>
              </a:spcAft>
              <a:buNone/>
            </a:pPr>
            <a:r>
              <a:rPr lang="en-US" sz="1800" b="0" i="0" dirty="0">
                <a:solidFill>
                  <a:schemeClr val="dk1"/>
                </a:solidFill>
                <a:latin typeface="Arial"/>
                <a:ea typeface="Arial"/>
                <a:cs typeface="Arial"/>
              </a:rPr>
              <a:t>Mradul Sonkar</a:t>
            </a:r>
          </a:p>
          <a:p>
            <a:pPr marL="0" indent="0" algn="ctr">
              <a:lnSpc>
                <a:spcPct val="100000"/>
              </a:lnSpc>
              <a:spcBef>
                <a:spcPts val="300"/>
              </a:spcBef>
              <a:spcAft>
                <a:spcPts val="0"/>
              </a:spcAft>
              <a:buNone/>
            </a:pPr>
            <a:r>
              <a:rPr lang="en-US" sz="1800" b="0" i="0" dirty="0">
                <a:solidFill>
                  <a:schemeClr val="dk1"/>
                </a:solidFill>
                <a:latin typeface="Arial"/>
                <a:ea typeface="Arial"/>
                <a:cs typeface="Arial"/>
              </a:rPr>
              <a:t>23b0980@iitb.ac.in</a:t>
            </a:r>
          </a:p>
        </p:txBody>
      </p:sp>
      <p:sp>
        <p:nvSpPr>
          <p:cNvPr id="22" name="PlaceHolder 2"/>
          <p:cNvSpPr>
            <a:spLocks noGrp="1"/>
          </p:cNvSpPr>
          <p:nvPr>
            <p:ph type="sldNum" idx="6"/>
          </p:nvPr>
        </p:nvSpPr>
        <p:spPr>
          <a:xfrm>
            <a:off x="8556840" y="5277600"/>
            <a:ext cx="547920" cy="436680"/>
          </a:xfrm>
          <a:prstGeom prst="rect">
            <a:avLst/>
          </a:prstGeom>
          <a:noFill/>
          <a:ln w="0">
            <a:noFill/>
          </a:ln>
        </p:spPr>
        <p:txBody>
          <a:bodyPr lIns="91440" tIns="91440" rIns="91440" bIns="91440" anchor="t">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BD6054A2-4825-4385-9741-59C30E0C1C98}"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p:nvPr>
        </p:nvSpPr>
        <p:spPr>
          <a:xfrm>
            <a:off x="311760" y="485640"/>
            <a:ext cx="8519760" cy="635760"/>
          </a:xfrm>
          <a:prstGeom prst="rect">
            <a:avLst/>
          </a:prstGeom>
          <a:noFill/>
          <a:ln w="0">
            <a:noFill/>
          </a:ln>
        </p:spPr>
        <p:txBody>
          <a:bodyPr lIns="91440" tIns="91440" rIns="91440" bIns="91440" anchor="t">
            <a:noAutofit/>
          </a:bodyPr>
          <a:p>
            <a:pPr indent="0" algn="l">
              <a:lnSpc>
                <a:spcPct val="100000"/>
              </a:lnSpc>
              <a:buNone/>
              <a:tabLst>
                <a:tab pos="0" algn="l"/>
              </a:tabLst>
            </a:pPr>
            <a:r>
              <a:rPr lang="en" sz="3200" b="0" u="none" strike="noStrike">
                <a:solidFill>
                  <a:schemeClr val="dk1"/>
                </a:solidFill>
                <a:effectLst/>
                <a:uFillTx/>
                <a:latin typeface="Arial"/>
                <a:ea typeface="Arial"/>
              </a:rPr>
              <a:t>Problem statement</a:t>
            </a:r>
            <a:endParaRPr lang="en-IN" sz="3200" b="0" u="none" strike="noStrike">
              <a:solidFill>
                <a:srgbClr val="000000"/>
              </a:solidFill>
              <a:effectLst/>
              <a:uFillTx/>
              <a:latin typeface="Arial"/>
            </a:endParaRPr>
          </a:p>
        </p:txBody>
      </p:sp>
      <p:sp>
        <p:nvSpPr>
          <p:cNvPr id="24" name="PlaceHolder 2"/>
          <p:cNvSpPr>
            <a:spLocks noGrp="1"/>
          </p:cNvSpPr>
          <p:nvPr>
            <p:ph type="sldNum" idx="7"/>
          </p:nvPr>
        </p:nvSpPr>
        <p:spPr>
          <a:xfrm>
            <a:off x="8462880" y="5238720"/>
            <a:ext cx="6433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232A3168-13C1-4B9C-ABE1-BD465894612F}"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25" name="Google Shape;46;p8"/>
          <p:cNvSpPr/>
          <p:nvPr/>
        </p:nvSpPr>
        <p:spPr>
          <a:xfrm>
            <a:off x="311760" y="1400000"/>
            <a:ext cx="8520120" cy="3800000"/>
          </a:xfrm>
          <a:prstGeom prst="rect">
            <a:avLst/>
          </a:prstGeom>
          <a:noFill/>
          <a:ln w="0">
            <a:noFill/>
          </a:ln>
        </p:spPr>
        <p:style>
          <a:lnRef idx="0"/>
          <a:fillRef idx="0"/>
          <a:effectRef idx="0"/>
          <a:fontRef idx="minor"/>
        </p:style>
        <p:txBody>
          <a:bodyPr anchor="t" lIns="91440" rIns="91440" tIns="45720" bIns="45720">
            <a:noAutofit/>
          </a:bodyPr>
          <a:p>
            <a:pPr marL="285750" indent="-285750">
              <a:lnSpc>
                <a:spcPct val="100000"/>
              </a:lnSpc>
              <a:spcBef>
                <a:spcPts val="0"/>
              </a:spcBef>
              <a:spcAft>
                <a:spcPts val="0"/>
              </a:spcAft>
              <a:buClr>
                <a:schemeClr val="dk1"/>
              </a:buClr>
              <a:buSzPct val="100000"/>
              <a:buFont typeface="Arial"/>
              <a:buChar char="•"/>
            </a:pPr>
            <a:r>
              <a:rPr lang="en-US" sz="1400" b="0" i="0" dirty="0">
                <a:solidFill>
                  <a:schemeClr val="dk1"/>
                </a:solidFill>
                <a:latin typeface="Arial"/>
                <a:ea typeface="Arial"/>
                <a:cs typeface="Arial"/>
              </a:rPr>
              <a:t>Offset-based prefetchers learn a fixed distance (an offset or delta) between accesses and prefetch addr + offset. They are cheap (a few KB) and effective on regular access patterns.</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Global offset (BOP): </a:t>
            </a:r>
            <a:r>
              <a:rPr lang="en-US" sz="1400" b="0" i="0" dirty="0">
                <a:solidFill>
                  <a:schemeClr val="dk1"/>
                </a:solidFill>
                <a:latin typeface="Arial"/>
                <a:ea typeface="Arial"/>
                <a:cs typeface="Arial"/>
              </a:rPr>
              <a:t>learns one best offset for the whole program. It is simple and timely, but it mixes patterns from different load instructions (IPs) and loses accuracy when IPs behave differently.</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Local per-IP delta (Berti): </a:t>
            </a:r>
            <a:r>
              <a:rPr lang="en-US" sz="1400" b="0" i="0" dirty="0">
                <a:solidFill>
                  <a:schemeClr val="dk1"/>
                </a:solidFill>
                <a:latin typeface="Arial"/>
                <a:ea typeface="Arial"/>
                <a:cs typeface="Arial"/>
              </a:rPr>
              <a:t>learns deltas per IP and is very accurate. But it issues no prefetch for IPs where no delta reaches confidence, such as cold IPs, IPs with few accesses, or patterns that only show up across IPs.</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Problem: </a:t>
            </a:r>
            <a:r>
              <a:rPr lang="en-US" sz="1400" b="0" i="0" dirty="0">
                <a:solidFill>
                  <a:schemeClr val="dk1"/>
                </a:solidFill>
                <a:latin typeface="Arial"/>
                <a:ea typeface="Arial"/>
                <a:cs typeface="Arial"/>
              </a:rPr>
              <a:t>neither family covers both cases. The coverage that Berti leaves on low-confidence IPs might be recovered by a global offset, without giving up Berti's accuracy.</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Question: </a:t>
            </a:r>
            <a:r>
              <a:rPr lang="en-US" sz="1400" b="0" i="0" dirty="0">
                <a:solidFill>
                  <a:schemeClr val="dk1"/>
                </a:solidFill>
                <a:latin typeface="Arial"/>
                <a:ea typeface="Arial"/>
                <a:cs typeface="Arial"/>
              </a:rPr>
              <a:t>can a lightweight per-IP selector between the local delta and the global offset beat both, at small extra storage?</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311760" y="485640"/>
            <a:ext cx="8519760" cy="635760"/>
          </a:xfrm>
          <a:prstGeom prst="rect">
            <a:avLst/>
          </a:prstGeom>
          <a:noFill/>
          <a:ln w="0">
            <a:noFill/>
          </a:ln>
        </p:spPr>
        <p:txBody>
          <a:bodyPr lIns="91440" tIns="91440" rIns="91440" bIns="91440" anchor="t">
            <a:noAutofit/>
          </a:bodyPr>
          <a:p>
            <a:pPr indent="0" algn="l">
              <a:lnSpc>
                <a:spcPct val="100000"/>
              </a:lnSpc>
              <a:buNone/>
              <a:tabLst>
                <a:tab pos="0" algn="l"/>
              </a:tabLst>
            </a:pPr>
            <a:r>
              <a:rPr lang="en" sz="3200" b="0" u="none" strike="noStrike">
                <a:solidFill>
                  <a:schemeClr val="dk1"/>
                </a:solidFill>
                <a:effectLst/>
                <a:uFillTx/>
                <a:latin typeface="Arial"/>
                <a:ea typeface="Arial"/>
              </a:rPr>
              <a:t>Prior Works</a:t>
            </a:r>
            <a:endParaRPr lang="en-IN" sz="3200" b="0" u="none" strike="noStrike">
              <a:solidFill>
                <a:srgbClr val="000000"/>
              </a:solidFill>
              <a:effectLst/>
              <a:uFillTx/>
              <a:latin typeface="Arial"/>
            </a:endParaRPr>
          </a:p>
        </p:txBody>
      </p:sp>
      <p:sp>
        <p:nvSpPr>
          <p:cNvPr id="27" name="PlaceHolder 2"/>
          <p:cNvSpPr>
            <a:spLocks noGrp="1"/>
          </p:cNvSpPr>
          <p:nvPr>
            <p:ph type="sldNum" idx="8"/>
          </p:nvPr>
        </p:nvSpPr>
        <p:spPr>
          <a:xfrm>
            <a:off x="8462880" y="5238720"/>
            <a:ext cx="6433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65E1CDDA-A559-4402-B845-32811D37A3D1}"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28" name="Google Shape;53;p9"/>
          <p:cNvSpPr/>
          <p:nvPr/>
        </p:nvSpPr>
        <p:spPr>
          <a:xfrm>
            <a:off x="311760" y="1400000"/>
            <a:ext cx="8520120" cy="3800000"/>
          </a:xfrm>
          <a:prstGeom prst="rect">
            <a:avLst/>
          </a:prstGeom>
          <a:noFill/>
          <a:ln w="0">
            <a:noFill/>
          </a:ln>
        </p:spPr>
        <p:style>
          <a:lnRef idx="0"/>
          <a:fillRef idx="0"/>
          <a:effectRef idx="0"/>
          <a:fontRef idx="minor"/>
        </p:style>
        <p:txBody>
          <a:bodyPr anchor="t" lIns="91440" rIns="91440" tIns="45720" bIns="45720">
            <a:noAutofit/>
          </a:bodyPr>
          <a:p>
            <a:pPr marL="285750" indent="-285750">
              <a:lnSpc>
                <a:spcPct val="100000"/>
              </a:lnSpc>
              <a:spcBef>
                <a:spcPts val="0"/>
              </a:spcBef>
              <a:spcAft>
                <a:spcPts val="0"/>
              </a:spcAft>
              <a:buClr>
                <a:schemeClr val="dk1"/>
              </a:buClr>
              <a:buSzPct val="100000"/>
              <a:buFont typeface="Arial"/>
              <a:buChar char="•"/>
            </a:pPr>
            <a:r>
              <a:rPr lang="en-US" sz="1400" b="1" i="0" dirty="0">
                <a:solidFill>
                  <a:schemeClr val="dk1"/>
                </a:solidFill>
                <a:latin typeface="Arial"/>
                <a:ea typeface="Arial"/>
                <a:cs typeface="Arial"/>
              </a:rPr>
              <a:t>Sandbox </a:t>
            </a:r>
            <a:r>
              <a:rPr lang="en-US" sz="1400" b="0" i="0" dirty="0">
                <a:solidFill>
                  <a:schemeClr val="dk1"/>
                </a:solidFill>
                <a:latin typeface="Arial"/>
                <a:ea typeface="Arial"/>
                <a:cs typeface="Arial"/>
              </a:rPr>
              <a:t>(Pugsley et al., HPCA'14)</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BOP, Best-Offset </a:t>
            </a:r>
            <a:r>
              <a:rPr lang="en-US" sz="1400" b="0" i="0" dirty="0">
                <a:solidFill>
                  <a:schemeClr val="dk1"/>
                </a:solidFill>
                <a:latin typeface="Arial"/>
                <a:ea typeface="Arial"/>
                <a:cs typeface="Arial"/>
              </a:rPr>
              <a:t>(Michaud, HPCA'16)</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MLOP </a:t>
            </a:r>
            <a:r>
              <a:rPr lang="en-US" sz="1400" b="0" i="0" dirty="0">
                <a:solidFill>
                  <a:schemeClr val="dk1"/>
                </a:solidFill>
                <a:latin typeface="Arial"/>
                <a:ea typeface="Arial"/>
                <a:cs typeface="Arial"/>
              </a:rPr>
              <a:t>(Shakerinava et al., DPC-3'19)</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IPCP </a:t>
            </a:r>
            <a:r>
              <a:rPr lang="en-US" sz="1400" b="0" i="0" dirty="0">
                <a:solidFill>
                  <a:schemeClr val="dk1"/>
                </a:solidFill>
                <a:latin typeface="Arial"/>
                <a:ea typeface="Arial"/>
                <a:cs typeface="Arial"/>
              </a:rPr>
              <a:t>(Pakalapati &amp; Panda, ISCA'20)</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Berti </a:t>
            </a:r>
            <a:r>
              <a:rPr lang="en-US" sz="1400" b="0" i="0" dirty="0">
                <a:solidFill>
                  <a:schemeClr val="dk1"/>
                </a:solidFill>
                <a:latin typeface="Arial"/>
                <a:ea typeface="Arial"/>
                <a:cs typeface="Arial"/>
              </a:rPr>
              <a:t>(Navarro-Torres et al., MICRO'22)</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311760" y="485640"/>
            <a:ext cx="8519760" cy="635760"/>
          </a:xfrm>
          <a:prstGeom prst="rect">
            <a:avLst/>
          </a:prstGeom>
          <a:noFill/>
          <a:ln w="0">
            <a:noFill/>
          </a:ln>
        </p:spPr>
        <p:txBody>
          <a:bodyPr lIns="91440" tIns="91440" rIns="91440" bIns="91440" anchor="t">
            <a:noAutofit/>
          </a:bodyPr>
          <a:p>
            <a:pPr indent="0" algn="l">
              <a:lnSpc>
                <a:spcPct val="100000"/>
              </a:lnSpc>
              <a:buNone/>
              <a:tabLst>
                <a:tab pos="0" algn="l"/>
              </a:tabLst>
            </a:pPr>
            <a:r>
              <a:rPr lang="en" sz="3200" b="0" u="none" strike="noStrike">
                <a:solidFill>
                  <a:schemeClr val="dk1"/>
                </a:solidFill>
                <a:effectLst/>
                <a:uFillTx/>
                <a:latin typeface="Arial"/>
                <a:ea typeface="Arial"/>
              </a:rPr>
              <a:t>Goal of the Project</a:t>
            </a:r>
            <a:endParaRPr lang="en-IN" sz="3200" b="0" u="none" strike="noStrike">
              <a:solidFill>
                <a:srgbClr val="000000"/>
              </a:solidFill>
              <a:effectLst/>
              <a:uFillTx/>
              <a:latin typeface="Arial"/>
            </a:endParaRPr>
          </a:p>
        </p:txBody>
      </p:sp>
      <p:sp>
        <p:nvSpPr>
          <p:cNvPr id="30" name="PlaceHolder 2"/>
          <p:cNvSpPr>
            <a:spLocks noGrp="1"/>
          </p:cNvSpPr>
          <p:nvPr>
            <p:ph type="sldNum" idx="9"/>
          </p:nvPr>
        </p:nvSpPr>
        <p:spPr>
          <a:xfrm>
            <a:off x="8462880" y="5238720"/>
            <a:ext cx="6433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9E6429EE-B3BE-4B21-BDF7-828790110023}"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31" name="Google Shape;60;p10"/>
          <p:cNvSpPr/>
          <p:nvPr/>
        </p:nvSpPr>
        <p:spPr>
          <a:xfrm>
            <a:off x="311760" y="1400000"/>
            <a:ext cx="8520120" cy="3800000"/>
          </a:xfrm>
          <a:prstGeom prst="rect">
            <a:avLst/>
          </a:prstGeom>
          <a:noFill/>
          <a:ln w="0">
            <a:noFill/>
          </a:ln>
        </p:spPr>
        <p:style>
          <a:lnRef idx="0"/>
          <a:fillRef idx="0"/>
          <a:effectRef idx="0"/>
          <a:fontRef idx="minor"/>
        </p:style>
        <p:txBody>
          <a:bodyPr anchor="t" lIns="91440" rIns="91440" tIns="45720" bIns="45720">
            <a:noAutofit/>
          </a:bodyPr>
          <a:p>
            <a:pPr marL="285750" indent="-285750">
              <a:lnSpc>
                <a:spcPct val="100000"/>
              </a:lnSpc>
              <a:spcBef>
                <a:spcPts val="0"/>
              </a:spcBef>
              <a:spcAft>
                <a:spcPts val="0"/>
              </a:spcAft>
              <a:buClr>
                <a:schemeClr val="dk1"/>
              </a:buClr>
              <a:buSzPct val="100000"/>
              <a:buFont typeface="Arial"/>
              <a:buChar char="•"/>
            </a:pPr>
            <a:r>
              <a:rPr lang="en-US" sz="1400" b="1" i="0" dirty="0">
                <a:solidFill>
                  <a:schemeClr val="dk1"/>
                </a:solidFill>
                <a:latin typeface="Arial"/>
                <a:ea typeface="Arial"/>
                <a:cs typeface="Arial"/>
              </a:rPr>
              <a:t>Goal: </a:t>
            </a:r>
            <a:r>
              <a:rPr lang="en-US" sz="1400" b="0" i="0" dirty="0">
                <a:solidFill>
                  <a:schemeClr val="dk1"/>
                </a:solidFill>
                <a:latin typeface="Arial"/>
                <a:ea typeface="Arial"/>
                <a:cs typeface="Arial"/>
              </a:rPr>
              <a:t>design and evaluate LoGO, which extends Berti at L1D with a global best-offset learner (in the style of BOP) and a per-IP selector:</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If an IP has a confident Berti delta, use it.</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Otherwise, fall back to the global offset, but only while that offset's measured accuracy stays above a threshold.</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Target: </a:t>
            </a:r>
            <a:r>
              <a:rPr lang="en-US" sz="1400" b="0" i="0" dirty="0">
                <a:solidFill>
                  <a:schemeClr val="dk1"/>
                </a:solidFill>
                <a:latin typeface="Arial"/>
                <a:ea typeface="Arial"/>
                <a:cs typeface="Arial"/>
              </a:rPr>
              <a:t>higher coverage than Berti, higher accuracy than BOP, and less than 1 KB of extra storage.</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Simulator: </a:t>
            </a:r>
            <a:r>
              <a:rPr lang="en-US" sz="1400" b="0" i="0" dirty="0">
                <a:solidFill>
                  <a:schemeClr val="dk1"/>
                </a:solidFill>
                <a:latin typeface="Arial"/>
                <a:ea typeface="Arial"/>
                <a:cs typeface="Arial"/>
              </a:rPr>
              <a:t>ChampSim</a:t>
            </a:r>
          </a:p>
          <a:p>
            <a:pPr marL="285750" indent="-285750">
              <a:lnSpc>
                <a:spcPct val="100000"/>
              </a:lnSpc>
              <a:spcBef>
                <a:spcPts val="900"/>
              </a:spcBef>
              <a:spcAft>
                <a:spcPts val="0"/>
              </a:spcAft>
              <a:buClr>
                <a:schemeClr val="dk1"/>
              </a:buClr>
              <a:buSzPct val="100000"/>
              <a:buFont typeface="Arial"/>
              <a:buChar char="•"/>
            </a:pPr>
            <a:r>
              <a:rPr lang="en-US" sz="1400" b="0" i="0" dirty="0">
                <a:solidFill>
                  <a:schemeClr val="dk1"/>
                </a:solidFill>
                <a:latin typeface="Arial"/>
                <a:ea typeface="Arial"/>
                <a:cs typeface="Arial"/>
              </a:rPr>
              <a:t>During the project, I won’t be relying on GenAI tools to do my work. I will myself understand the existing solutions to the problem, try to find the gaps and come up with strategies that help me improve the benchmarks.</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485640"/>
            <a:ext cx="8519760" cy="635760"/>
          </a:xfrm>
          <a:prstGeom prst="rect">
            <a:avLst/>
          </a:prstGeom>
          <a:noFill/>
          <a:ln w="0">
            <a:noFill/>
          </a:ln>
        </p:spPr>
        <p:txBody>
          <a:bodyPr lIns="91440" tIns="91440" rIns="91440" bIns="91440" anchor="t">
            <a:noAutofit/>
          </a:bodyPr>
          <a:p>
            <a:pPr indent="0" algn="l">
              <a:lnSpc>
                <a:spcPct val="100000"/>
              </a:lnSpc>
              <a:buNone/>
              <a:tabLst>
                <a:tab pos="0" algn="l"/>
              </a:tabLst>
            </a:pPr>
            <a:r>
              <a:rPr lang="en" sz="3200" b="0" u="none" strike="noStrike">
                <a:solidFill>
                  <a:schemeClr val="dk1"/>
                </a:solidFill>
                <a:effectLst/>
                <a:uFillTx/>
                <a:latin typeface="Arial"/>
                <a:ea typeface="Arial"/>
              </a:rPr>
              <a:t>Plan for checkpoint-I</a:t>
            </a:r>
            <a:endParaRPr lang="en-IN" sz="3200" b="0" u="none" strike="noStrike">
              <a:solidFill>
                <a:srgbClr val="000000"/>
              </a:solidFill>
              <a:effectLst/>
              <a:uFillTx/>
              <a:latin typeface="Arial"/>
            </a:endParaRPr>
          </a:p>
        </p:txBody>
      </p:sp>
      <p:sp>
        <p:nvSpPr>
          <p:cNvPr id="33" name="PlaceHolder 2"/>
          <p:cNvSpPr>
            <a:spLocks noGrp="1"/>
          </p:cNvSpPr>
          <p:nvPr>
            <p:ph type="sldNum" idx="10"/>
          </p:nvPr>
        </p:nvSpPr>
        <p:spPr>
          <a:xfrm>
            <a:off x="8462880" y="5238720"/>
            <a:ext cx="6433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C0A8F8D4-7ED8-4B9E-A706-856661FBA7CC}"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34" name="Google Shape;67;p11"/>
          <p:cNvSpPr/>
          <p:nvPr/>
        </p:nvSpPr>
        <p:spPr>
          <a:xfrm>
            <a:off x="311760" y="1400000"/>
            <a:ext cx="8520120" cy="3800000"/>
          </a:xfrm>
          <a:prstGeom prst="rect">
            <a:avLst/>
          </a:prstGeom>
          <a:noFill/>
          <a:ln w="0">
            <a:noFill/>
          </a:ln>
        </p:spPr>
        <p:style>
          <a:lnRef idx="0"/>
          <a:fillRef idx="0"/>
          <a:effectRef idx="0"/>
          <a:fontRef idx="minor"/>
        </p:style>
        <p:txBody>
          <a:bodyPr anchor="t" lIns="91440" rIns="91440" tIns="45720" bIns="45720">
            <a:noAutofit/>
          </a:bodyPr>
          <a:p>
            <a:pPr marL="285750" indent="-285750">
              <a:lnSpc>
                <a:spcPct val="100000"/>
              </a:lnSpc>
              <a:spcBef>
                <a:spcPts val="0"/>
              </a:spcBef>
              <a:spcAft>
                <a:spcPts val="0"/>
              </a:spcAft>
              <a:buClr>
                <a:schemeClr val="dk1"/>
              </a:buClr>
              <a:buSzPct val="100000"/>
              <a:buFont typeface="Arial"/>
              <a:buChar char="•"/>
            </a:pPr>
            <a:r>
              <a:rPr lang="en-US" sz="1400" b="1" i="0" dirty="0">
                <a:solidFill>
                  <a:schemeClr val="dk1"/>
                </a:solidFill>
                <a:latin typeface="Arial"/>
                <a:ea typeface="Arial"/>
                <a:cs typeface="Arial"/>
              </a:rPr>
              <a:t>Experiments:</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Infrastructure: </a:t>
            </a:r>
            <a:r>
              <a:rPr lang="en-US" sz="1400" b="0" i="0" dirty="0">
                <a:solidFill>
                  <a:schemeClr val="dk1"/>
                </a:solidFill>
                <a:latin typeface="Arial"/>
                <a:ea typeface="Arial"/>
                <a:cs typeface="Arial"/>
              </a:rPr>
              <a:t>port Berti and BOP to the current ChampSim, then check the ports against the trends reported in their papers.</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Baseline characterization: </a:t>
            </a:r>
            <a:r>
              <a:rPr lang="en-US" sz="1400" b="0" i="0" dirty="0">
                <a:solidFill>
                  <a:schemeClr val="dk1"/>
                </a:solidFill>
                <a:latin typeface="Arial"/>
                <a:ea typeface="Arial"/>
                <a:cs typeface="Arial"/>
              </a:rPr>
              <a:t>run all baselines on every trace (50M instructions warmup, 200M simulated). Collect IPC, accuracy, coverage and late prefetches.</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Per-IP coverage analysis (key experiment): </a:t>
            </a:r>
            <a:r>
              <a:rPr lang="en-US" sz="1400" b="0" i="0" dirty="0">
                <a:solidFill>
                  <a:schemeClr val="dk1"/>
                </a:solidFill>
                <a:latin typeface="Arial"/>
                <a:ea typeface="Arial"/>
                <a:cs typeface="Arial"/>
              </a:rPr>
              <a:t>instrument Berti to log, for each IP:</a:t>
            </a:r>
          </a:p>
          <a:p>
            <a:pPr marL="971550" indent="-228600" lvl="2">
              <a:lnSpc>
                <a:spcPct val="100000"/>
              </a:lnSpc>
              <a:spcBef>
                <a:spcPts val="200"/>
              </a:spcBef>
              <a:spcAft>
                <a:spcPts val="0"/>
              </a:spcAft>
              <a:buClr>
                <a:schemeClr val="dk1"/>
              </a:buClr>
              <a:buSzPct val="100000"/>
              <a:buFont typeface="Arial"/>
              <a:buChar char="◦"/>
            </a:pPr>
            <a:r>
              <a:rPr lang="en-US" sz="1400" b="0" i="0" dirty="0">
                <a:solidFill>
                  <a:schemeClr val="dk1"/>
                </a:solidFill>
                <a:latin typeface="Arial"/>
                <a:ea typeface="Arial"/>
                <a:cs typeface="Arial"/>
              </a:rPr>
              <a:t>how many accesses it makes</a:t>
            </a:r>
          </a:p>
          <a:p>
            <a:pPr marL="971550" indent="-228600" lvl="2">
              <a:lnSpc>
                <a:spcPct val="100000"/>
              </a:lnSpc>
              <a:spcBef>
                <a:spcPts val="200"/>
              </a:spcBef>
              <a:spcAft>
                <a:spcPts val="0"/>
              </a:spcAft>
              <a:buClr>
                <a:schemeClr val="dk1"/>
              </a:buClr>
              <a:buSzPct val="100000"/>
              <a:buFont typeface="Arial"/>
              <a:buChar char="◦"/>
            </a:pPr>
            <a:r>
              <a:rPr lang="en-US" sz="1400" b="0" i="0" dirty="0">
                <a:solidFill>
                  <a:schemeClr val="dk1"/>
                </a:solidFill>
                <a:latin typeface="Arial"/>
                <a:ea typeface="Arial"/>
                <a:cs typeface="Arial"/>
              </a:rPr>
              <a:t>whether it ever reaches a confident delta</a:t>
            </a:r>
          </a:p>
          <a:p>
            <a:pPr marL="971550" indent="-228600" lvl="2">
              <a:lnSpc>
                <a:spcPct val="100000"/>
              </a:lnSpc>
              <a:spcBef>
                <a:spcPts val="200"/>
              </a:spcBef>
              <a:spcAft>
                <a:spcPts val="0"/>
              </a:spcAft>
              <a:buClr>
                <a:schemeClr val="dk1"/>
              </a:buClr>
              <a:buSzPct val="100000"/>
              <a:buFont typeface="Arial"/>
              <a:buChar char="◦"/>
            </a:pPr>
            <a:r>
              <a:rPr lang="en-US" sz="1400" b="0" i="0" dirty="0">
                <a:solidFill>
                  <a:schemeClr val="dk1"/>
                </a:solidFill>
                <a:latin typeface="Arial"/>
                <a:ea typeface="Arial"/>
                <a:cs typeface="Arial"/>
              </a:rPr>
              <a:t>how many misses come from IPs with no confident delta</a:t>
            </a:r>
          </a:p>
          <a:p>
            <a:pPr marL="971550" indent="-228600" lvl="2">
              <a:lnSpc>
                <a:spcPct val="100000"/>
              </a:lnSpc>
              <a:spcBef>
                <a:spcPts val="200"/>
              </a:spcBef>
              <a:spcAft>
                <a:spcPts val="0"/>
              </a:spcAft>
              <a:buClr>
                <a:schemeClr val="dk1"/>
              </a:buClr>
              <a:buSzPct val="100000"/>
              <a:buFont typeface="Arial"/>
              <a:buChar char="◦"/>
            </a:pPr>
            <a:r>
              <a:rPr lang="en-US" sz="1400" b="0" i="0" dirty="0">
                <a:solidFill>
                  <a:schemeClr val="dk1"/>
                </a:solidFill>
                <a:latin typeface="Arial"/>
                <a:ea typeface="Arial"/>
                <a:cs typeface="Arial"/>
              </a:rPr>
              <a:t>This measures how much the gap is worth.</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Global offset potential: </a:t>
            </a:r>
            <a:r>
              <a:rPr lang="en-US" sz="1400" b="0" i="0" dirty="0">
                <a:solidFill>
                  <a:schemeClr val="dk1"/>
                </a:solidFill>
                <a:latin typeface="Arial"/>
                <a:ea typeface="Arial"/>
                <a:cs typeface="Arial"/>
              </a:rPr>
              <a:t>on those uncovered misses, measure how often BOP's best offset would have predicted them correctly.</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Sensitivity: </a:t>
            </a:r>
            <a:r>
              <a:rPr lang="en-US" sz="1400" b="0" i="0" dirty="0">
                <a:solidFill>
                  <a:schemeClr val="dk1"/>
                </a:solidFill>
                <a:latin typeface="Arial"/>
                <a:ea typeface="Arial"/>
                <a:cs typeface="Arial"/>
              </a:rPr>
              <a:t>sweep DRAM bandwidth and L1D/L2 sizes to see how each prefetcher holds up.</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311760" y="485640"/>
            <a:ext cx="8519760" cy="635760"/>
          </a:xfrm>
          <a:prstGeom prst="rect">
            <a:avLst/>
          </a:prstGeom>
          <a:noFill/>
          <a:ln w="0">
            <a:noFill/>
          </a:ln>
        </p:spPr>
        <p:txBody>
          <a:bodyPr lIns="91440" tIns="91440" rIns="91440" bIns="91440" anchor="t">
            <a:noAutofit/>
          </a:bodyPr>
          <a:p>
            <a:pPr indent="0" algn="l">
              <a:lnSpc>
                <a:spcPct val="100000"/>
              </a:lnSpc>
              <a:buNone/>
              <a:tabLst>
                <a:tab pos="0" algn="l"/>
              </a:tabLst>
            </a:pPr>
            <a:r>
              <a:rPr lang="en" sz="3200" b="0" u="none" strike="noStrike">
                <a:solidFill>
                  <a:schemeClr val="dk1"/>
                </a:solidFill>
                <a:effectLst/>
                <a:uFillTx/>
                <a:latin typeface="Arial"/>
                <a:ea typeface="Arial"/>
              </a:rPr>
              <a:t>Plan for checkpoint-I</a:t>
            </a:r>
            <a:endParaRPr lang="en-IN" sz="3200" b="0" u="none" strike="noStrike">
              <a:solidFill>
                <a:srgbClr val="000000"/>
              </a:solidFill>
              <a:effectLst/>
              <a:uFillTx/>
              <a:latin typeface="Arial"/>
            </a:endParaRPr>
          </a:p>
        </p:txBody>
      </p:sp>
      <p:sp>
        <p:nvSpPr>
          <p:cNvPr id="36" name="PlaceHolder 2"/>
          <p:cNvSpPr>
            <a:spLocks noGrp="1"/>
          </p:cNvSpPr>
          <p:nvPr>
            <p:ph type="sldNum" idx="11"/>
          </p:nvPr>
        </p:nvSpPr>
        <p:spPr>
          <a:xfrm>
            <a:off x="8462880" y="5238720"/>
            <a:ext cx="6433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A226A3CE-0244-4A04-9EC5-8C3FD719959D}"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37" name="Google Shape;67;p 1"/>
          <p:cNvSpPr/>
          <p:nvPr/>
        </p:nvSpPr>
        <p:spPr>
          <a:xfrm>
            <a:off x="311760" y="1400000"/>
            <a:ext cx="8520120" cy="3800000"/>
          </a:xfrm>
          <a:prstGeom prst="rect">
            <a:avLst/>
          </a:prstGeom>
          <a:noFill/>
          <a:ln w="0">
            <a:noFill/>
          </a:ln>
        </p:spPr>
        <p:style>
          <a:lnRef idx="0"/>
          <a:fillRef idx="0"/>
          <a:effectRef idx="0"/>
          <a:fontRef idx="minor"/>
        </p:style>
        <p:txBody>
          <a:bodyPr anchor="t" lIns="91440" rIns="91440" tIns="45720" bIns="45720">
            <a:noAutofit/>
          </a:bodyPr>
          <a:p>
            <a:pPr marL="285750" indent="-285750">
              <a:lnSpc>
                <a:spcPct val="100000"/>
              </a:lnSpc>
              <a:spcBef>
                <a:spcPts val="0"/>
              </a:spcBef>
              <a:spcAft>
                <a:spcPts val="0"/>
              </a:spcAft>
              <a:buClr>
                <a:schemeClr val="dk1"/>
              </a:buClr>
              <a:buSzPct val="100000"/>
              <a:buFont typeface="Arial"/>
              <a:buChar char="•"/>
            </a:pPr>
            <a:r>
              <a:rPr lang="en-US" sz="1400" b="1" i="0" dirty="0">
                <a:solidFill>
                  <a:schemeClr val="dk1"/>
                </a:solidFill>
                <a:latin typeface="Arial"/>
                <a:ea typeface="Arial"/>
                <a:cs typeface="Arial"/>
              </a:rPr>
              <a:t>Expected insights:</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On irregular or multi-IP workloads (GAP, omnetpp, xalancbmk), a large fraction of L1D misses come from IPs where Berti stays silent.</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A global offset predicts part of those misses correctly. That would justify the fallback.</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Without an accuracy filter, the fallback would add DRAM traffic. That is why the selector is gated on accuracy.</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Anything else: </a:t>
            </a:r>
            <a:r>
              <a:rPr lang="en-US" sz="1400" b="0" i="0" dirty="0">
                <a:solidFill>
                  <a:schemeClr val="dk1"/>
                </a:solidFill>
                <a:latin typeface="Arial"/>
                <a:ea typeface="Arial"/>
                <a:cs typeface="Arial"/>
              </a:rPr>
              <a:t>if the analysis shows the gap is small, switch to the backup idea, bandwidth-aware degree control for Berti, using the same infrastructure.</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311760" y="485640"/>
            <a:ext cx="8519760" cy="635760"/>
          </a:xfrm>
          <a:prstGeom prst="rect">
            <a:avLst/>
          </a:prstGeom>
          <a:noFill/>
          <a:ln w="0">
            <a:noFill/>
          </a:ln>
        </p:spPr>
        <p:txBody>
          <a:bodyPr lIns="91440" tIns="91440" rIns="91440" bIns="91440" anchor="t">
            <a:noAutofit/>
          </a:bodyPr>
          <a:p>
            <a:pPr indent="0" algn="l">
              <a:lnSpc>
                <a:spcPct val="100000"/>
              </a:lnSpc>
              <a:buNone/>
              <a:tabLst>
                <a:tab pos="0" algn="l"/>
              </a:tabLst>
            </a:pPr>
            <a:r>
              <a:rPr lang="en" sz="3200" b="0" u="none" strike="noStrike">
                <a:solidFill>
                  <a:schemeClr val="dk1"/>
                </a:solidFill>
                <a:effectLst/>
                <a:uFillTx/>
                <a:latin typeface="Arial"/>
                <a:ea typeface="Arial"/>
              </a:rPr>
              <a:t>Plan for checkpoint-II</a:t>
            </a:r>
            <a:endParaRPr lang="en-IN" sz="3200" b="0" u="none" strike="noStrike">
              <a:solidFill>
                <a:srgbClr val="000000"/>
              </a:solidFill>
              <a:effectLst/>
              <a:uFillTx/>
              <a:latin typeface="Arial"/>
            </a:endParaRPr>
          </a:p>
        </p:txBody>
      </p:sp>
      <p:sp>
        <p:nvSpPr>
          <p:cNvPr id="39" name="PlaceHolder 2"/>
          <p:cNvSpPr>
            <a:spLocks noGrp="1"/>
          </p:cNvSpPr>
          <p:nvPr>
            <p:ph type="sldNum" idx="12"/>
          </p:nvPr>
        </p:nvSpPr>
        <p:spPr>
          <a:xfrm>
            <a:off x="8462880" y="5238720"/>
            <a:ext cx="643320" cy="43668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 sz="1800" b="0" u="none" strike="noStrike">
                <a:solidFill>
                  <a:srgbClr val="8B00E7"/>
                </a:solidFill>
                <a:effectLst/>
                <a:uFillTx/>
                <a:latin typeface="Arial"/>
                <a:ea typeface="Arial"/>
              </a:defRPr>
            </a:lvl1pPr>
          </a:lstStyle>
          <a:p>
            <a:pPr indent="0" algn="r">
              <a:lnSpc>
                <a:spcPct val="100000"/>
              </a:lnSpc>
              <a:buNone/>
              <a:tabLst>
                <a:tab pos="0" algn="l"/>
              </a:tabLst>
            </a:pPr>
            <a:fld id="{3EE2B061-EAE6-429A-8F84-BF507B2E659D}" type="slidenum">
              <a:rPr lang="en" sz="1800" b="0" u="none" strike="noStrike">
                <a:solidFill>
                  <a:srgbClr val="8B00E7"/>
                </a:solidFill>
                <a:effectLst/>
                <a:uFillTx/>
                <a:latin typeface="Arial"/>
                <a:ea typeface="Arial"/>
              </a:rPr>
              <a:t>&lt;number&gt;</a:t>
            </a:fld>
            <a:endParaRPr lang="en-IN" sz="1800" b="0" u="none" strike="noStrike">
              <a:solidFill>
                <a:srgbClr val="000000"/>
              </a:solidFill>
              <a:effectLst/>
              <a:uFillTx/>
              <a:latin typeface="Times New Roman"/>
            </a:endParaRPr>
          </a:p>
        </p:txBody>
      </p:sp>
      <p:sp>
        <p:nvSpPr>
          <p:cNvPr id="40" name="Google Shape;74;p12"/>
          <p:cNvSpPr/>
          <p:nvPr/>
        </p:nvSpPr>
        <p:spPr>
          <a:xfrm>
            <a:off x="311760" y="1400000"/>
            <a:ext cx="8520120" cy="3800000"/>
          </a:xfrm>
          <a:prstGeom prst="rect">
            <a:avLst/>
          </a:prstGeom>
          <a:noFill/>
          <a:ln w="0">
            <a:noFill/>
          </a:ln>
        </p:spPr>
        <p:style>
          <a:lnRef idx="0"/>
          <a:fillRef idx="0"/>
          <a:effectRef idx="0"/>
          <a:fontRef idx="minor"/>
        </p:style>
        <p:txBody>
          <a:bodyPr anchor="t" lIns="91440" rIns="91440" tIns="45720" bIns="45720">
            <a:noAutofit/>
          </a:bodyPr>
          <a:p>
            <a:pPr marL="285750" indent="-285750">
              <a:lnSpc>
                <a:spcPct val="100000"/>
              </a:lnSpc>
              <a:spcBef>
                <a:spcPts val="0"/>
              </a:spcBef>
              <a:spcAft>
                <a:spcPts val="0"/>
              </a:spcAft>
              <a:buClr>
                <a:schemeClr val="dk1"/>
              </a:buClr>
              <a:buSzPct val="100000"/>
              <a:buFont typeface="Arial"/>
              <a:buChar char="•"/>
            </a:pPr>
            <a:r>
              <a:rPr lang="en-US" sz="1400" b="1" i="0" dirty="0">
                <a:solidFill>
                  <a:schemeClr val="dk1"/>
                </a:solidFill>
                <a:latin typeface="Arial"/>
                <a:ea typeface="Arial"/>
                <a:cs typeface="Arial"/>
              </a:rPr>
              <a:t>Implement LoGO:</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add a global offset learner (recent-requests table plus offset score table) alongside Berti's tables</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add a mode bit per IP (Berti delta or global fallback)</a:t>
            </a:r>
          </a:p>
          <a:p>
            <a:pPr marL="628650" indent="-228600" lvl="1">
              <a:lnSpc>
                <a:spcPct val="100000"/>
              </a:lnSpc>
              <a:spcBef>
                <a:spcPts val="400"/>
              </a:spcBef>
              <a:spcAft>
                <a:spcPts val="0"/>
              </a:spcAft>
              <a:buClr>
                <a:schemeClr val="dk1"/>
              </a:buClr>
              <a:buSzPct val="100000"/>
              <a:buFont typeface="Arial"/>
              <a:buChar char="–"/>
            </a:pPr>
            <a:r>
              <a:rPr lang="en-US" sz="1400" b="0" i="0" dirty="0">
                <a:solidFill>
                  <a:schemeClr val="dk1"/>
                </a:solidFill>
                <a:latin typeface="Arial"/>
                <a:ea typeface="Arial"/>
                <a:cs typeface="Arial"/>
              </a:rPr>
              <a:t>add an accuracy counter for fallback prefetches, using a "prefetched" bit on cache lines to count useful ones</a:t>
            </a:r>
          </a:p>
          <a:p>
            <a:pPr marL="285750" indent="-285750">
              <a:lnSpc>
                <a:spcPct val="100000"/>
              </a:lnSpc>
              <a:spcBef>
                <a:spcPts val="900"/>
              </a:spcBef>
              <a:spcAft>
                <a:spcPts val="0"/>
              </a:spcAft>
              <a:buClr>
                <a:schemeClr val="dk1"/>
              </a:buClr>
              <a:buSzPct val="100000"/>
              <a:buFont typeface="Arial"/>
              <a:buChar char="•"/>
            </a:pPr>
            <a:r>
              <a:rPr lang="en-US" sz="1400" b="1" i="0" dirty="0">
                <a:solidFill>
                  <a:schemeClr val="dk1"/>
                </a:solidFill>
                <a:latin typeface="Arial"/>
                <a:ea typeface="Arial"/>
                <a:cs typeface="Arial"/>
              </a:rPr>
              <a:t>Evaluate:</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single-core: </a:t>
            </a:r>
            <a:r>
              <a:rPr lang="en-US" sz="1400" b="0" i="0" dirty="0">
                <a:solidFill>
                  <a:schemeClr val="dk1"/>
                </a:solidFill>
                <a:latin typeface="Arial"/>
                <a:ea typeface="Arial"/>
                <a:cs typeface="Arial"/>
              </a:rPr>
              <a:t>LoGO against Berti, BOP and IP-stride across all traces (geometric-mean speedup, plus per-workload results)</a:t>
            </a:r>
          </a:p>
          <a:p>
            <a:pPr marL="628650" indent="-228600" lvl="1">
              <a:lnSpc>
                <a:spcPct val="100000"/>
              </a:lnSpc>
              <a:spcBef>
                <a:spcPts val="400"/>
              </a:spcBef>
              <a:spcAft>
                <a:spcPts val="0"/>
              </a:spcAft>
              <a:buClr>
                <a:schemeClr val="dk1"/>
              </a:buClr>
              <a:buSzPct val="100000"/>
              <a:buFont typeface="Arial"/>
              <a:buChar char="–"/>
            </a:pPr>
            <a:r>
              <a:rPr lang="en-US" sz="1400" b="1" i="0" dirty="0">
                <a:solidFill>
                  <a:schemeClr val="dk1"/>
                </a:solidFill>
                <a:latin typeface="Arial"/>
                <a:ea typeface="Arial"/>
                <a:cs typeface="Arial"/>
              </a:rPr>
              <a:t>4-core mixes: </a:t>
            </a:r>
            <a:r>
              <a:rPr lang="en-US" sz="1400" b="0" i="0" dirty="0">
                <a:solidFill>
                  <a:schemeClr val="dk1"/>
                </a:solidFill>
                <a:latin typeface="Arial"/>
                <a:ea typeface="Arial"/>
                <a:cs typeface="Arial"/>
              </a:rPr>
              <a:t>weighted speedup and DRAM traffic</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s773">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LibreOffice/26.2.5.2$Linux_X86_64 LibreOffice_project/620$Build-2</Application>
  <AppVersion>15.0000</AppVersion>
  <Words>83</Words>
  <Paragraphs>24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Biswa</dc:creator>
  <dc:description/>
  <dc:language>en-IN</dc:language>
  <cp:lastModifiedBy/>
  <dcterms:modified xsi:type="dcterms:W3CDTF">2026-10-05T15:15:55Z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On-screen Show (16:10)</vt:lpwstr>
  </property>
  <property fmtid="{D5CDD505-2E9C-101B-9397-08002B2CF9AE}" pid="4" name="Slides">
    <vt:i4>6</vt:i4>
  </property>
</Properties>
</file>