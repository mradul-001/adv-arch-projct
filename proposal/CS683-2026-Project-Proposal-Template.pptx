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Lst>
  <p:sldSz cx="9144000" cy="5715000"/>
  <p:notesSz cx="6858000" cy="9144000"/>
  <p:embeddedFontLst>
    <p:embeddedFont>
      <p:font typeface="Cambria Math"/>
      <p:regular r:id="rId9"/>
    </p:embeddedFont>
    <p:embeddedFont>
      <p:font typeface="Courier Prime"/>
      <p:regular r:id="rId10"/>
      <p:bold r:id="rId11"/>
      <p:italic r:id="rId12"/>
      <p:boldItalic r:id="rId13"/>
    </p:embeddedFont>
    <p:embeddedFont>
      <p:font typeface="Noto Sans CJK SC"/>
      <p:regular r:id="rId14"/>
      <p:bold r:id="rId15"/>
    </p:embeddedFont>
    <p:embeddedFont>
      <p:font typeface="Noto Sans Devanagari"/>
      <p:regular r:id="rId16"/>
      <p:bold r:id="rId17"/>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font" Target="fonts/Font_1_Cambria_Math_Regular.fntdata"/><Relationship Id="rId10" Type="http://schemas.openxmlformats.org/officeDocument/2006/relationships/font" Target="fonts/Font_2_Courier_Prime_Regular.fntdata"/><Relationship Id="rId11" Type="http://schemas.openxmlformats.org/officeDocument/2006/relationships/font" Target="fonts/Font_3_Courier_Prime_Bold.fntdata"/><Relationship Id="rId12" Type="http://schemas.openxmlformats.org/officeDocument/2006/relationships/font" Target="fonts/Font_4_Courier_Prime_Italic.fntdata"/><Relationship Id="rId13" Type="http://schemas.openxmlformats.org/officeDocument/2006/relationships/font" Target="fonts/Font_5_Courier_Prime_BoldItalic.fntdata"/><Relationship Id="rId14" Type="http://schemas.openxmlformats.org/officeDocument/2006/relationships/font" Target="fonts/Font_6_Noto_Sans_CJK_SC_Regular.fntdata"/><Relationship Id="rId15" Type="http://schemas.openxmlformats.org/officeDocument/2006/relationships/font" Target="fonts/Font_7_Noto_Sans_CJK_SC_Bold.fntdata"/><Relationship Id="rId16" Type="http://schemas.openxmlformats.org/officeDocument/2006/relationships/font" Target="fonts/Font_8_Noto_Sans_Devanagari_Regular.fntdata"/><Relationship Id="rId17" Type="http://schemas.openxmlformats.org/officeDocument/2006/relationships/font" Target="fonts/Font_9_Noto_Sans_Devanagari_Bold.fntdata"/><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07440" y="2839680"/>
            <a:ext cx="5693040" cy="794520"/>
          </a:xfrm>
          <a:prstGeom prst="rect">
            <a:avLst/>
          </a:prstGeom>
          <a:noFill/>
          <a:ln w="0">
            <a:noFill/>
          </a:ln>
        </p:spPr>
        <p:txBody>
          <a:bodyPr lIns="91440" tIns="91440" rIns="91440" bIns="91440" anchor="b">
            <a:noAutofit/>
          </a:bodyPr>
          <a:lstStyle>
            <a:lvl1pPr indent="0" algn="l">
              <a:buNone/>
              <a:defRPr lang="en-IN" sz="3600" b="0" u="none" strike="noStrike">
                <a:solidFill>
                  <a:srgbClr val="000000"/>
                </a:solidFill>
                <a:effectLst/>
                <a:uFillTx/>
                <a:latin typeface="Arial"/>
              </a:defRPr>
            </a:lvl1pPr>
          </a:lstStyle>
          <a:p>
            <a:pPr indent="0" algn="l">
              <a:buNone/>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3" name="PlaceHolder 2"/>
          <p:cNvSpPr>
            <a:spLocks noGrp="1"/>
          </p:cNvSpPr>
          <p:nvPr>
            <p:ph type="title"/>
          </p:nvPr>
        </p:nvSpPr>
        <p:spPr>
          <a:xfrm>
            <a:off x="311760" y="340200"/>
            <a:ext cx="8520120" cy="2280240"/>
          </a:xfrm>
          <a:prstGeom prst="rect">
            <a:avLst/>
          </a:prstGeom>
          <a:noFill/>
          <a:ln w="0">
            <a:noFill/>
          </a:ln>
        </p:spPr>
        <p:txBody>
          <a:bodyPr lIns="91440" tIns="91440" rIns="91440" bIns="91440" anchor="b">
            <a:noAutofit/>
          </a:bodyPr>
          <a:lstStyle>
            <a:lvl1pPr indent="0" algn="l">
              <a:buNone/>
              <a:defRPr lang="en-IN" sz="5200" b="0" u="none" strike="noStrike">
                <a:solidFill>
                  <a:srgbClr val="000000"/>
                </a:solidFill>
                <a:effectLst/>
                <a:uFillTx/>
                <a:latin typeface="Arial"/>
              </a:defRPr>
            </a:lvl1pPr>
          </a:lstStyle>
          <a:p>
            <a:pPr indent="0" algn="l">
              <a:buNone/>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4" name="PlaceHolder 3"/>
          <p:cNvSpPr>
            <a:spLocks noGrp="1"/>
          </p:cNvSpPr>
          <p:nvPr>
            <p:ph type="title"/>
          </p:nvPr>
        </p:nvSpPr>
        <p:spPr>
          <a:xfrm>
            <a:off x="313560" y="4583520"/>
            <a:ext cx="4967280" cy="794520"/>
          </a:xfrm>
          <a:prstGeom prst="rect">
            <a:avLst/>
          </a:prstGeom>
          <a:noFill/>
          <a:ln w="0">
            <a:noFill/>
          </a:ln>
        </p:spPr>
        <p:txBody>
          <a:bodyPr lIns="91440" tIns="91440" rIns="91440" bIns="91440" anchor="b">
            <a:noAutofit/>
          </a:bodyPr>
          <a:lstStyle>
            <a:lvl1pPr indent="0" algn="l">
              <a:buNone/>
              <a:defRPr lang="en-IN" sz="1800" b="0" u="none" strike="noStrike">
                <a:solidFill>
                  <a:srgbClr val="000000"/>
                </a:solidFill>
                <a:effectLst/>
                <a:uFillTx/>
                <a:latin typeface="Arial"/>
              </a:defRPr>
            </a:lvl1pPr>
          </a:lstStyle>
          <a:p>
            <a:pPr indent="0" algn="l">
              <a:buNone/>
            </a:pPr>
            <a:r>
              <a:rPr lang="en-IN" sz="1800" b="0" u="none" strike="noStrike">
                <a:solidFill>
                  <a:srgbClr val="000000"/>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5" name="PlaceHolder 4"/>
          <p:cNvSpPr>
            <a:spLocks noGrp="1"/>
          </p:cNvSpPr>
          <p:nvPr>
            <p:ph type="sldNum" idx="1"/>
          </p:nvPr>
        </p:nvSpPr>
        <p:spPr>
          <a:xfrm>
            <a:off x="8556840" y="5277600"/>
            <a:ext cx="548280" cy="43704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rgbClr val="000000"/>
                </a:solidFill>
                <a:effectLst/>
                <a:uFillTx/>
                <a:latin typeface="Cambria"/>
                <a:ea typeface="Cambria"/>
              </a:defRPr>
            </a:lvl1pPr>
          </a:lstStyle>
          <a:p>
            <a:pPr indent="0" algn="r">
              <a:lnSpc>
                <a:spcPct val="100000"/>
              </a:lnSpc>
              <a:buNone/>
              <a:tabLst>
                <a:tab pos="0" algn="l"/>
              </a:tabLst>
            </a:pPr>
            <a:fld id="{3B449CBB-A5C8-4FA3-8199-17457F12A231}" type="slidenum">
              <a:rPr lang="en" sz="1300" b="0" u="none" strike="noStrike">
                <a:solidFill>
                  <a:srgbClr val="000000"/>
                </a:solidFill>
                <a:effectLst/>
                <a:uFillTx/>
                <a:latin typeface="Cambria"/>
                <a:ea typeface="Cambria"/>
              </a:rPr>
              <a:t>&lt;number&gt;</a:t>
            </a:fld>
            <a:endParaRPr lang="en-IN" sz="13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337040"/>
            <a:ext cx="8229240" cy="33141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lstStyle>
            <a:lvl1pPr indent="0" algn="l">
              <a:buNone/>
              <a:defRPr lang="en-IN" sz="3600" b="0" u="none" strike="noStrike">
                <a:solidFill>
                  <a:srgbClr val="000000"/>
                </a:solidFill>
                <a:effectLst/>
                <a:uFillTx/>
                <a:latin typeface="Arial"/>
              </a:defRPr>
            </a:lvl1pPr>
          </a:lstStyle>
          <a:p>
            <a:pPr indent="0" algn="l">
              <a:buNone/>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8" name="PlaceHolder 2"/>
          <p:cNvSpPr>
            <a:spLocks noGrp="1"/>
          </p:cNvSpPr>
          <p:nvPr>
            <p:ph type="body"/>
          </p:nvPr>
        </p:nvSpPr>
        <p:spPr>
          <a:xfrm>
            <a:off x="311760" y="1280520"/>
            <a:ext cx="8520120" cy="4167000"/>
          </a:xfrm>
          <a:prstGeom prst="rect">
            <a:avLst/>
          </a:prstGeom>
          <a:noFill/>
          <a:ln w="0">
            <a:noFill/>
          </a:ln>
        </p:spPr>
        <p:txBody>
          <a:bodyPr lIns="91440" tIns="91440" rIns="91440" bIns="91440" anchor="t">
            <a:noAutofit/>
          </a:bodyPr>
          <a:lstStyle>
            <a:lvl1pPr algn="l">
              <a:spcBef>
                <a:spcPts val="1417"/>
              </a:spcBef>
              <a:buClr>
                <a:srgbClr val="000000"/>
              </a:buClr>
              <a:buSzPct val="45000"/>
              <a:buFont typeface="Wingdings" charset="2"/>
              <a:buChar char=""/>
              <a:defRPr lang="en-IN" sz="30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30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30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3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3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3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3000" b="0" u="none" strike="noStrike">
                <a:solidFill>
                  <a:srgbClr val="000000"/>
                </a:solidFill>
                <a:effectLst/>
                <a:uFillTx/>
                <a:latin typeface="Arial"/>
              </a:defRPr>
            </a:lvl7pPr>
          </a:lstStyle>
          <a:p>
            <a:pPr marL="457200" indent="-419040" algn="l">
              <a:spcBef>
                <a:spcPts val="1417"/>
              </a:spcBef>
              <a:buClr>
                <a:srgbClr val="000000"/>
              </a:buClr>
              <a:buSzPct val="45000"/>
              <a:buFont typeface="Wingdings" charset="2"/>
              <a:buChar char=""/>
            </a:pPr>
            <a:r>
              <a:rPr lang="en-IN" sz="3000" b="0" u="none" strike="noStrike">
                <a:solidFill>
                  <a:srgbClr val="000000"/>
                </a:solidFill>
                <a:effectLst/>
                <a:uFillTx/>
                <a:latin typeface="Arial"/>
              </a:rPr>
              <a:t>Click to edit the outline text format</a:t>
            </a:r>
            <a:endParaRPr lang="en-IN" sz="3000" b="0" u="none" strike="noStrike">
              <a:solidFill>
                <a:srgbClr val="000000"/>
              </a:solidFill>
              <a:effectLst/>
              <a:uFillTx/>
              <a:latin typeface="Arial"/>
            </a:endParaRPr>
          </a:p>
          <a:p>
            <a:pPr marL="914400" lvl="1" indent="-419040" algn="l">
              <a:spcBef>
                <a:spcPts val="1134"/>
              </a:spcBef>
              <a:buClr>
                <a:srgbClr val="000000"/>
              </a:buClr>
              <a:buSzPct val="75000"/>
              <a:buFont typeface="Symbol" charset="2"/>
              <a:buChar char=""/>
            </a:pPr>
            <a:r>
              <a:rPr lang="en-IN" sz="3000" b="0" u="none" strike="noStrike">
                <a:solidFill>
                  <a:srgbClr val="000000"/>
                </a:solidFill>
                <a:effectLst/>
                <a:uFillTx/>
                <a:latin typeface="Arial"/>
              </a:rPr>
              <a:t>Second Outline Level</a:t>
            </a:r>
            <a:endParaRPr lang="en-IN" sz="3000" b="0" u="none" strike="noStrike">
              <a:solidFill>
                <a:srgbClr val="000000"/>
              </a:solidFill>
              <a:effectLst/>
              <a:uFillTx/>
              <a:latin typeface="Arial"/>
            </a:endParaRPr>
          </a:p>
          <a:p>
            <a:pPr marL="1371600" lvl="2" indent="-419040" algn="l">
              <a:spcBef>
                <a:spcPts val="850"/>
              </a:spcBef>
              <a:buClr>
                <a:srgbClr val="000000"/>
              </a:buClr>
              <a:buSzPct val="45000"/>
              <a:buFont typeface="Wingdings" charset="2"/>
              <a:buChar char=""/>
            </a:pPr>
            <a:r>
              <a:rPr lang="en-IN" sz="3000" b="0" u="none" strike="noStrike">
                <a:solidFill>
                  <a:srgbClr val="000000"/>
                </a:solidFill>
                <a:effectLst/>
                <a:uFillTx/>
                <a:latin typeface="Arial"/>
              </a:rPr>
              <a:t>Third Outline Level</a:t>
            </a:r>
            <a:endParaRPr lang="en-IN" sz="3000" b="0" u="none" strike="noStrike">
              <a:solidFill>
                <a:srgbClr val="000000"/>
              </a:solidFill>
              <a:effectLst/>
              <a:uFillTx/>
              <a:latin typeface="Arial"/>
            </a:endParaRPr>
          </a:p>
          <a:p>
            <a:pPr marL="1828800" lvl="3" indent="-419040" algn="l">
              <a:spcBef>
                <a:spcPts val="567"/>
              </a:spcBef>
              <a:buClr>
                <a:srgbClr val="000000"/>
              </a:buClr>
              <a:buSzPct val="75000"/>
              <a:buFont typeface="Symbol" charset="2"/>
              <a:buChar char=""/>
            </a:pPr>
            <a:r>
              <a:rPr lang="en-IN" sz="3000" b="0" u="none" strike="noStrike">
                <a:solidFill>
                  <a:srgbClr val="000000"/>
                </a:solidFill>
                <a:effectLst/>
                <a:uFillTx/>
                <a:latin typeface="Arial"/>
              </a:rPr>
              <a:t>Fourth Outline Level</a:t>
            </a:r>
            <a:endParaRPr lang="en-IN" sz="3000" b="0" u="none" strike="noStrike">
              <a:solidFill>
                <a:srgbClr val="000000"/>
              </a:solidFill>
              <a:effectLst/>
              <a:uFillTx/>
              <a:latin typeface="Arial"/>
            </a:endParaRPr>
          </a:p>
          <a:p>
            <a:pPr marL="2286000" lvl="4" indent="-419040" algn="l">
              <a:spcBef>
                <a:spcPts val="283"/>
              </a:spcBef>
              <a:buClr>
                <a:srgbClr val="000000"/>
              </a:buClr>
              <a:buSzPct val="45000"/>
              <a:buFont typeface="Wingdings" charset="2"/>
              <a:buChar char=""/>
            </a:pPr>
            <a:r>
              <a:rPr lang="en-IN" sz="3000" b="0" u="none" strike="noStrike">
                <a:solidFill>
                  <a:srgbClr val="000000"/>
                </a:solidFill>
                <a:effectLst/>
                <a:uFillTx/>
                <a:latin typeface="Arial"/>
              </a:rPr>
              <a:t>Fifth Outline Level</a:t>
            </a:r>
            <a:endParaRPr lang="en-IN" sz="3000" b="0" u="none" strike="noStrike">
              <a:solidFill>
                <a:srgbClr val="000000"/>
              </a:solidFill>
              <a:effectLst/>
              <a:uFillTx/>
              <a:latin typeface="Arial"/>
            </a:endParaRPr>
          </a:p>
          <a:p>
            <a:pPr marL="2743200" lvl="5" indent="-419040" algn="l">
              <a:spcBef>
                <a:spcPts val="283"/>
              </a:spcBef>
              <a:buClr>
                <a:srgbClr val="000000"/>
              </a:buClr>
              <a:buSzPct val="45000"/>
              <a:buFont typeface="Wingdings" charset="2"/>
              <a:buChar char=""/>
            </a:pPr>
            <a:r>
              <a:rPr lang="en-IN" sz="3000" b="0" u="none" strike="noStrike">
                <a:solidFill>
                  <a:srgbClr val="000000"/>
                </a:solidFill>
                <a:effectLst/>
                <a:uFillTx/>
                <a:latin typeface="Arial"/>
              </a:rPr>
              <a:t>Sixth Outline Level</a:t>
            </a:r>
            <a:endParaRPr lang="en-IN" sz="3000" b="0" u="none" strike="noStrike">
              <a:solidFill>
                <a:srgbClr val="000000"/>
              </a:solidFill>
              <a:effectLst/>
              <a:uFillTx/>
              <a:latin typeface="Arial"/>
            </a:endParaRPr>
          </a:p>
          <a:p>
            <a:pPr marL="3200400" lvl="6" indent="-419040" algn="l">
              <a:spcBef>
                <a:spcPts val="283"/>
              </a:spcBef>
              <a:buClr>
                <a:srgbClr val="000000"/>
              </a:buClr>
              <a:buSzPct val="45000"/>
              <a:buFont typeface="Wingdings" charset="2"/>
              <a:buChar char=""/>
            </a:pPr>
            <a:r>
              <a:rPr lang="en-IN" sz="3000" b="0" u="none" strike="noStrike">
                <a:solidFill>
                  <a:srgbClr val="000000"/>
                </a:solidFill>
                <a:effectLst/>
                <a:uFillTx/>
                <a:latin typeface="Arial"/>
              </a:rPr>
              <a:t>Seventh Outline Level</a:t>
            </a:r>
            <a:endParaRPr lang="en-IN" sz="3000" b="0" u="none" strike="noStrike">
              <a:solidFill>
                <a:srgbClr val="000000"/>
              </a:solidFill>
              <a:effectLst/>
              <a:uFillTx/>
              <a:latin typeface="Arial"/>
            </a:endParaRPr>
          </a:p>
        </p:txBody>
      </p:sp>
      <p:sp>
        <p:nvSpPr>
          <p:cNvPr id="9" name="PlaceHolder 3"/>
          <p:cNvSpPr>
            <a:spLocks noGrp="1"/>
          </p:cNvSpPr>
          <p:nvPr>
            <p:ph type="sldNum" idx="2"/>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439535D7-F3E3-4B90-AF36-134FBE1AFE79}"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cxnSp>
        <p:nvCxnSpPr>
          <p:cNvPr id="10" name="Google Shape;19;p3"/>
          <p:cNvCxnSpPr/>
          <p:nvPr/>
        </p:nvCxnSpPr>
        <p:spPr>
          <a:xfrm flipV="1">
            <a:off x="383040" y="1220760"/>
            <a:ext cx="8595000" cy="1440"/>
          </a:xfrm>
          <a:prstGeom prst="straightConnector1">
            <a:avLst/>
          </a:prstGeom>
          <a:ln w="19050">
            <a:solidFill>
              <a:srgbClr val="8B00E7"/>
            </a:solidFill>
            <a:round/>
          </a:ln>
        </p:spPr>
      </p:cxnSp>
      <p:sp>
        <p:nvSpPr>
          <p:cNvPr id="11" name="Google Shape;20;p3"/>
          <p:cNvSpPr/>
          <p:nvPr/>
        </p:nvSpPr>
        <p:spPr>
          <a:xfrm>
            <a:off x="4259880" y="5255640"/>
            <a:ext cx="3627360" cy="421560"/>
          </a:xfrm>
          <a:prstGeom prst="rect">
            <a:avLst/>
          </a:prstGeom>
          <a:noFill/>
          <a:ln w="0">
            <a:noFill/>
          </a:ln>
        </p:spPr>
        <p:style>
          <a:lnRef idx="0"/>
          <a:fillRef idx="0"/>
          <a:effectRef idx="0"/>
          <a:fontRef idx="minor"/>
        </p:style>
        <p:txBody>
          <a:bodyPr tIns="91440" bIns="91440" anchor="t">
            <a:noAutofit/>
          </a:bodyPr>
          <a:p>
            <a:endParaRPr lang="en-IN" sz="1400" b="0" u="none" strike="noStrike">
              <a:solidFill>
                <a:srgbClr val="000000"/>
              </a:solidFill>
              <a:effectLst/>
              <a:uFillTx/>
              <a:latin typeface="Cambria"/>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2">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1155240"/>
            <a:ext cx="8520120" cy="1764000"/>
          </a:xfrm>
          <a:prstGeom prst="rect">
            <a:avLst/>
          </a:prstGeom>
          <a:noFill/>
          <a:ln w="0">
            <a:noFill/>
          </a:ln>
        </p:spPr>
        <p:txBody>
          <a:bodyPr lIns="91440" tIns="91440" rIns="91440" bIns="91440" anchor="b">
            <a:noAutofit/>
          </a:bodyPr>
          <a:lstStyle>
            <a:lvl1pPr indent="0" algn="l">
              <a:buNone/>
              <a:defRPr lang="en-IN" sz="5200" b="0" u="none" strike="noStrike">
                <a:solidFill>
                  <a:srgbClr val="000000"/>
                </a:solidFill>
                <a:effectLst/>
                <a:uFillTx/>
                <a:latin typeface="Arial"/>
              </a:defRPr>
            </a:lvl1pPr>
          </a:lstStyle>
          <a:p>
            <a:pPr indent="0" algn="l">
              <a:buNone/>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13" name="PlaceHolder 2"/>
          <p:cNvSpPr>
            <a:spLocks noGrp="1"/>
          </p:cNvSpPr>
          <p:nvPr>
            <p:ph type="title"/>
          </p:nvPr>
        </p:nvSpPr>
        <p:spPr>
          <a:xfrm>
            <a:off x="1645560" y="3184920"/>
            <a:ext cx="6171120" cy="794520"/>
          </a:xfrm>
          <a:prstGeom prst="rect">
            <a:avLst/>
          </a:prstGeom>
          <a:noFill/>
          <a:ln w="0">
            <a:noFill/>
          </a:ln>
        </p:spPr>
        <p:txBody>
          <a:bodyPr lIns="91440" tIns="91440" rIns="91440" bIns="91440" anchor="b">
            <a:noAutofit/>
          </a:bodyPr>
          <a:lstStyle>
            <a:lvl1pPr indent="0" algn="l">
              <a:buNone/>
              <a:defRPr lang="en-IN" sz="3600" b="0" u="none" strike="noStrike">
                <a:solidFill>
                  <a:srgbClr val="000000"/>
                </a:solidFill>
                <a:effectLst/>
                <a:uFillTx/>
                <a:latin typeface="Arial"/>
              </a:defRPr>
            </a:lvl1pPr>
          </a:lstStyle>
          <a:p>
            <a:pPr indent="0" algn="l">
              <a:buNone/>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14" name="PlaceHolder 3"/>
          <p:cNvSpPr>
            <a:spLocks noGrp="1"/>
          </p:cNvSpPr>
          <p:nvPr>
            <p:ph type="title"/>
          </p:nvPr>
        </p:nvSpPr>
        <p:spPr>
          <a:xfrm>
            <a:off x="320040" y="5072760"/>
            <a:ext cx="3137040" cy="490680"/>
          </a:xfrm>
          <a:prstGeom prst="rect">
            <a:avLst/>
          </a:prstGeom>
          <a:noFill/>
          <a:ln w="0">
            <a:noFill/>
          </a:ln>
        </p:spPr>
        <p:txBody>
          <a:bodyPr lIns="91440" tIns="91440" rIns="91440" bIns="91440" anchor="b">
            <a:noAutofit/>
          </a:bodyPr>
          <a:lstStyle>
            <a:lvl1pPr indent="0" algn="l">
              <a:buNone/>
              <a:defRPr lang="en-IN" sz="1800" b="0" u="none" strike="noStrike">
                <a:solidFill>
                  <a:srgbClr val="000000"/>
                </a:solidFill>
                <a:effectLst/>
                <a:uFillTx/>
                <a:latin typeface="Arial"/>
              </a:defRPr>
            </a:lvl1pPr>
          </a:lstStyle>
          <a:p>
            <a:pPr indent="0" algn="l">
              <a:buNone/>
            </a:pPr>
            <a:r>
              <a:rPr lang="en-IN" sz="1800" b="0" u="none" strike="noStrike">
                <a:solidFill>
                  <a:srgbClr val="000000"/>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15" name="PlaceHolder 4"/>
          <p:cNvSpPr>
            <a:spLocks noGrp="1"/>
          </p:cNvSpPr>
          <p:nvPr>
            <p:ph type="sldNum" idx="3"/>
          </p:nvPr>
        </p:nvSpPr>
        <p:spPr>
          <a:xfrm>
            <a:off x="8556840" y="5277600"/>
            <a:ext cx="548280" cy="43704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rgbClr val="000000"/>
                </a:solidFill>
                <a:effectLst/>
                <a:uFillTx/>
                <a:latin typeface="Cambria"/>
                <a:ea typeface="Cambria"/>
              </a:defRPr>
            </a:lvl1pPr>
          </a:lstStyle>
          <a:p>
            <a:pPr indent="0" algn="r">
              <a:lnSpc>
                <a:spcPct val="100000"/>
              </a:lnSpc>
              <a:buNone/>
              <a:tabLst>
                <a:tab pos="0" algn="l"/>
              </a:tabLst>
            </a:pPr>
            <a:fld id="{49BB088E-6600-424A-BB56-64186D5297E9}" type="slidenum">
              <a:rPr lang="en" sz="1300" b="0" u="none" strike="noStrike">
                <a:solidFill>
                  <a:srgbClr val="000000"/>
                </a:solidFill>
                <a:effectLst/>
                <a:uFillTx/>
                <a:latin typeface="Cambria"/>
                <a:ea typeface="Cambria"/>
              </a:rPr>
              <a:t>&lt;number&gt;</a:t>
            </a:fld>
            <a:endParaRPr lang="en-IN" sz="13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3">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827280"/>
            <a:ext cx="8520120" cy="2280240"/>
          </a:xfrm>
          <a:prstGeom prst="rect">
            <a:avLst/>
          </a:prstGeom>
          <a:noFill/>
          <a:ln w="0">
            <a:noFill/>
          </a:ln>
        </p:spPr>
        <p:txBody>
          <a:bodyPr lIns="91440" tIns="91440" rIns="91440" bIns="91440" anchor="b">
            <a:noAutofit/>
          </a:bodyPr>
          <a:lstStyle>
            <a:lvl1pPr indent="0" algn="l">
              <a:buNone/>
              <a:defRPr lang="en-IN" sz="5200" b="0" u="none" strike="noStrike">
                <a:solidFill>
                  <a:srgbClr val="000000"/>
                </a:solidFill>
                <a:effectLst/>
                <a:uFillTx/>
                <a:latin typeface="Arial"/>
              </a:defRPr>
            </a:lvl1pPr>
          </a:lstStyle>
          <a:p>
            <a:pPr indent="0" algn="l">
              <a:buNone/>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17" name="PlaceHolder 2"/>
          <p:cNvSpPr>
            <a:spLocks noGrp="1"/>
          </p:cNvSpPr>
          <p:nvPr>
            <p:ph type="sldNum" idx="4"/>
          </p:nvPr>
        </p:nvSpPr>
        <p:spPr>
          <a:xfrm>
            <a:off x="8472600" y="5181480"/>
            <a:ext cx="5482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4EA5A9E8-18AA-43B9-B0CC-B2E2D612B6F4}"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80880" y="127080"/>
            <a:ext cx="8381520" cy="634680"/>
          </a:xfrm>
          <a:prstGeom prst="rect">
            <a:avLst/>
          </a:prstGeom>
          <a:noFill/>
          <a:ln w="0">
            <a:noFill/>
          </a:ln>
        </p:spPr>
        <p:txBody>
          <a:bodyPr lIns="91440" tIns="45720" rIns="91440" bIns="45720" anchor="ctr">
            <a:noAutofit/>
          </a:bodyPr>
          <a:lstStyle>
            <a:lvl1pPr indent="0" algn="l">
              <a:buNone/>
              <a:defRPr lang="en-IN" sz="4700" b="0" u="none" strike="noStrike">
                <a:solidFill>
                  <a:srgbClr val="000000"/>
                </a:solidFill>
                <a:effectLst/>
                <a:uFillTx/>
                <a:latin typeface="Arial"/>
              </a:defRPr>
            </a:lvl1pPr>
          </a:lstStyle>
          <a:p>
            <a:pPr indent="0" algn="l">
              <a:buNone/>
            </a:pPr>
            <a:r>
              <a:rPr lang="en-IN" sz="4700" b="0" u="none" strike="noStrike">
                <a:solidFill>
                  <a:srgbClr val="000000"/>
                </a:solidFill>
                <a:effectLst/>
                <a:uFillTx/>
                <a:latin typeface="Arial"/>
              </a:rPr>
              <a:t>Click to edit the title text format</a:t>
            </a:r>
            <a:endParaRPr lang="en-IN" sz="4700" b="0" u="none" strike="noStrike">
              <a:solidFill>
                <a:srgbClr val="000000"/>
              </a:solidFill>
              <a:effectLst/>
              <a:uFillTx/>
              <a:latin typeface="Arial"/>
            </a:endParaRPr>
          </a:p>
        </p:txBody>
      </p:sp>
      <p:sp>
        <p:nvSpPr>
          <p:cNvPr id="19" name="PlaceHolder 2"/>
          <p:cNvSpPr>
            <a:spLocks noGrp="1"/>
          </p:cNvSpPr>
          <p:nvPr>
            <p:ph type="body"/>
          </p:nvPr>
        </p:nvSpPr>
        <p:spPr>
          <a:xfrm>
            <a:off x="380880" y="888840"/>
            <a:ext cx="8381520" cy="469872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IN" sz="3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3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3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3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3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3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3600" b="0" u="none" strike="noStrike">
                <a:solidFill>
                  <a:srgbClr val="000000"/>
                </a:solidFill>
                <a:effectLst/>
                <a:uFillTx/>
                <a:latin typeface="Arial"/>
              </a:defRPr>
            </a:lvl7pPr>
          </a:lstStyle>
          <a:p>
            <a:pPr marL="457200" indent="-457200" algn="l">
              <a:spcBef>
                <a:spcPts val="1417"/>
              </a:spcBef>
              <a:buClr>
                <a:srgbClr val="000000"/>
              </a:buClr>
              <a:buSzPct val="45000"/>
              <a:buFont typeface="Wingdings" charset="2"/>
              <a:buChar char=""/>
            </a:pPr>
            <a:r>
              <a:rPr lang="en-IN" sz="3600" b="0" u="none" strike="noStrike">
                <a:solidFill>
                  <a:srgbClr val="000000"/>
                </a:solidFill>
                <a:effectLst/>
                <a:uFillTx/>
                <a:latin typeface="Arial"/>
              </a:rPr>
              <a:t>Click to edit the outline text format</a:t>
            </a:r>
            <a:endParaRPr lang="en-IN" sz="3600" b="0" u="none" strike="noStrike">
              <a:solidFill>
                <a:srgbClr val="000000"/>
              </a:solidFill>
              <a:effectLst/>
              <a:uFillTx/>
              <a:latin typeface="Arial"/>
            </a:endParaRPr>
          </a:p>
          <a:p>
            <a:pPr marL="914400" lvl="1" indent="-431640" algn="l">
              <a:spcBef>
                <a:spcPts val="1134"/>
              </a:spcBef>
              <a:buClr>
                <a:srgbClr val="000000"/>
              </a:buClr>
              <a:buSzPct val="75000"/>
              <a:buFont typeface="Symbol" charset="2"/>
              <a:buChar char=""/>
            </a:pPr>
            <a:r>
              <a:rPr lang="en-IN" sz="3600" b="0" u="none" strike="noStrike">
                <a:solidFill>
                  <a:srgbClr val="000000"/>
                </a:solidFill>
                <a:effectLst/>
                <a:uFillTx/>
                <a:latin typeface="Arial"/>
              </a:rPr>
              <a:t>Second Outline Level</a:t>
            </a:r>
            <a:endParaRPr lang="en-IN" sz="3600" b="0" u="none" strike="noStrike">
              <a:solidFill>
                <a:srgbClr val="000000"/>
              </a:solidFill>
              <a:effectLst/>
              <a:uFillTx/>
              <a:latin typeface="Arial"/>
            </a:endParaRPr>
          </a:p>
          <a:p>
            <a:pPr marL="1371600" lvl="2" indent="-406440" algn="l">
              <a:spcBef>
                <a:spcPts val="850"/>
              </a:spcBef>
              <a:buClr>
                <a:srgbClr val="000000"/>
              </a:buClr>
              <a:buSzPct val="45000"/>
              <a:buFont typeface="Wingdings" charset="2"/>
              <a:buChar char=""/>
            </a:pPr>
            <a:r>
              <a:rPr lang="en-IN" sz="3600" b="0" u="none" strike="noStrike">
                <a:solidFill>
                  <a:srgbClr val="000000"/>
                </a:solidFill>
                <a:effectLst/>
                <a:uFillTx/>
                <a:latin typeface="Arial"/>
              </a:rPr>
              <a:t>Third Outline Level</a:t>
            </a:r>
            <a:endParaRPr lang="en-IN" sz="3600" b="0" u="none" strike="noStrike">
              <a:solidFill>
                <a:srgbClr val="000000"/>
              </a:solidFill>
              <a:effectLst/>
              <a:uFillTx/>
              <a:latin typeface="Arial"/>
            </a:endParaRPr>
          </a:p>
          <a:p>
            <a:pPr marL="1828800" lvl="3" indent="-380880" algn="l">
              <a:spcBef>
                <a:spcPts val="567"/>
              </a:spcBef>
              <a:buClr>
                <a:srgbClr val="000000"/>
              </a:buClr>
              <a:buSzPct val="75000"/>
              <a:buFont typeface="Symbol" charset="2"/>
              <a:buChar char=""/>
            </a:pPr>
            <a:r>
              <a:rPr lang="en-IN" sz="3600" b="0" u="none" strike="noStrike">
                <a:solidFill>
                  <a:srgbClr val="000000"/>
                </a:solidFill>
                <a:effectLst/>
                <a:uFillTx/>
                <a:latin typeface="Arial"/>
              </a:rPr>
              <a:t>Fourth Outline Level</a:t>
            </a:r>
            <a:endParaRPr lang="en-IN" sz="3600" b="0" u="none" strike="noStrike">
              <a:solidFill>
                <a:srgbClr val="000000"/>
              </a:solidFill>
              <a:effectLst/>
              <a:uFillTx/>
              <a:latin typeface="Arial"/>
            </a:endParaRPr>
          </a:p>
          <a:p>
            <a:pPr marL="2286000" lvl="4" indent="-380880" algn="l">
              <a:spcBef>
                <a:spcPts val="283"/>
              </a:spcBef>
              <a:buClr>
                <a:srgbClr val="000000"/>
              </a:buClr>
              <a:buSzPct val="45000"/>
              <a:buFont typeface="Wingdings" charset="2"/>
              <a:buChar char=""/>
            </a:pPr>
            <a:r>
              <a:rPr lang="en-IN" sz="3600" b="0" u="none" strike="noStrike">
                <a:solidFill>
                  <a:srgbClr val="000000"/>
                </a:solidFill>
                <a:effectLst/>
                <a:uFillTx/>
                <a:latin typeface="Arial"/>
              </a:rPr>
              <a:t>Fifth Outline Level</a:t>
            </a:r>
            <a:endParaRPr lang="en-IN" sz="36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3600" b="0" u="none" strike="noStrike">
                <a:solidFill>
                  <a:srgbClr val="000000"/>
                </a:solidFill>
                <a:effectLst/>
                <a:uFillTx/>
                <a:latin typeface="Arial"/>
              </a:rPr>
              <a:t>Sixth Outline Level</a:t>
            </a:r>
            <a:endParaRPr lang="en-IN" sz="36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3600" b="0" u="none" strike="noStrike">
                <a:solidFill>
                  <a:srgbClr val="000000"/>
                </a:solidFill>
                <a:effectLst/>
                <a:uFillTx/>
                <a:latin typeface="Arial"/>
              </a:rPr>
              <a:t>Seventh Outline Level</a:t>
            </a:r>
            <a:endParaRPr lang="en-IN" sz="3600" b="0" u="none" strike="noStrike">
              <a:solidFill>
                <a:srgbClr val="000000"/>
              </a:solidFill>
              <a:effectLst/>
              <a:uFillTx/>
              <a:latin typeface="Arial"/>
            </a:endParaRPr>
          </a:p>
        </p:txBody>
      </p:sp>
      <p:sp>
        <p:nvSpPr>
          <p:cNvPr id="20" name="PlaceHolder 3"/>
          <p:cNvSpPr>
            <a:spLocks noGrp="1"/>
          </p:cNvSpPr>
          <p:nvPr>
            <p:ph type="sldNum" idx="5"/>
          </p:nvPr>
        </p:nvSpPr>
        <p:spPr>
          <a:xfrm>
            <a:off x="8077320" y="5283720"/>
            <a:ext cx="685440" cy="30384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 sz="2000" b="0" u="none" strike="noStrike">
                <a:solidFill>
                  <a:srgbClr val="898989"/>
                </a:solidFill>
                <a:effectLst/>
                <a:uFillTx/>
                <a:latin typeface="Cambria Math"/>
                <a:ea typeface="Cambria Math"/>
              </a:defRPr>
            </a:lvl1pPr>
          </a:lstStyle>
          <a:p>
            <a:pPr indent="0" algn="r">
              <a:lnSpc>
                <a:spcPct val="100000"/>
              </a:lnSpc>
              <a:buNone/>
              <a:tabLst>
                <a:tab pos="0" algn="l"/>
              </a:tabLst>
            </a:pPr>
            <a:fld id="{1ADE9469-37D6-466D-A0BA-B9860EFB1C9C}" type="slidenum">
              <a:rPr lang="en" sz="2000" b="0" u="none" strike="noStrike">
                <a:solidFill>
                  <a:srgbClr val="898989"/>
                </a:solidFill>
                <a:effectLst/>
                <a:uFillTx/>
                <a:latin typeface="Cambria Math"/>
                <a:ea typeface="Cambria Math"/>
              </a:rPr>
              <a:t>&lt;number&gt;</a:t>
            </a:fld>
            <a:endParaRPr lang="en-IN" sz="2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470520"/>
            <a:ext cx="8520120" cy="4806720"/>
          </a:xfrm>
          <a:prstGeom prst="rect">
            <a:avLst/>
          </a:prstGeom>
          <a:noFill/>
          <a:ln w="0">
            <a:noFill/>
          </a:ln>
        </p:spPr>
        <p:txBody>
          <a:bodyPr lIns="91440" tIns="91440" rIns="91440" bIns="91440" anchor="ctr">
            <a:noAutofit/>
          </a:bodyPr>
          <a:p>
            <a:pPr indent="0" algn="ctr">
              <a:lnSpc>
                <a:spcPct val="100000"/>
              </a:lnSpc>
              <a:spcBef>
                <a:spcPts val="1191"/>
              </a:spcBef>
              <a:spcAft>
                <a:spcPts val="992"/>
              </a:spcAft>
              <a:buNone/>
              <a:tabLst>
                <a:tab pos="0" algn="l"/>
              </a:tabLst>
            </a:pPr>
            <a:r>
              <a:rPr lang="en" sz="2500" b="0" u="none" strike="noStrike">
                <a:solidFill>
                  <a:schemeClr val="dk1"/>
                </a:solidFill>
                <a:effectLst/>
                <a:uFillTx/>
                <a:latin typeface="Arial"/>
                <a:ea typeface="Arial"/>
              </a:rPr>
              <a:t>CS683 Project Proposal</a:t>
            </a:r>
            <a:br>
              <a:rPr sz="2500"/>
            </a:br>
            <a:br>
              <a:rPr sz="2500"/>
            </a:br>
            <a:br>
              <a:rPr sz="5400"/>
            </a:br>
            <a:r>
              <a:rPr lang="en" sz="2600" b="1" u="none" strike="noStrike">
                <a:solidFill>
                  <a:schemeClr val="dk1"/>
                </a:solidFill>
                <a:effectLst/>
                <a:uFillTx/>
                <a:latin typeface="Arial"/>
                <a:ea typeface="Arial"/>
              </a:rPr>
              <a:t>LoGO: Combining Local Deltas and Global Offsets for Data Prefetching</a:t>
            </a:r>
            <a:br>
              <a:rPr sz="3500"/>
            </a:br>
            <a:br>
              <a:rPr sz="2400"/>
            </a:br>
            <a:br>
              <a:rPr sz="2400"/>
            </a:br>
            <a:br>
              <a:rPr sz="2400"/>
            </a:br>
            <a:r>
              <a:rPr lang="en" sz="2400" b="0" u="none" strike="noStrike">
                <a:solidFill>
                  <a:srgbClr val="000000"/>
                </a:solidFill>
                <a:effectLst/>
                <a:uFillTx/>
                <a:latin typeface="Arial"/>
                <a:ea typeface="Arial"/>
              </a:rPr>
              <a:t>Mradul Sonkar</a:t>
            </a:r>
            <a:br>
              <a:rPr sz="2400"/>
            </a:br>
            <a:r>
              <a:rPr lang="en" sz="2000" b="0" u="none" strike="noStrike">
                <a:solidFill>
                  <a:srgbClr val="000000"/>
                </a:solidFill>
                <a:effectLst/>
                <a:uFillTx/>
                <a:latin typeface="Courier Prime"/>
                <a:ea typeface="Courier Prime"/>
              </a:rPr>
              <a:t>23b0980@iitb.ac.in</a:t>
            </a:r>
            <a:endParaRPr lang="en-IN" sz="2000" b="0" u="none" strike="noStrike">
              <a:solidFill>
                <a:srgbClr val="000000"/>
              </a:solidFill>
              <a:effectLst/>
              <a:uFillTx/>
              <a:latin typeface="Arial"/>
            </a:endParaRPr>
          </a:p>
        </p:txBody>
      </p:sp>
      <p:sp>
        <p:nvSpPr>
          <p:cNvPr id="22" name="PlaceHolder 2"/>
          <p:cNvSpPr>
            <a:spLocks noGrp="1"/>
          </p:cNvSpPr>
          <p:nvPr>
            <p:ph type="sldNum" idx="6"/>
          </p:nvPr>
        </p:nvSpPr>
        <p:spPr>
          <a:xfrm>
            <a:off x="8556840" y="5277600"/>
            <a:ext cx="548280" cy="43704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27C23E5C-DFD6-43DF-B56A-315CA10505E1}"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p>
            <a:pPr indent="0" algn="l">
              <a:lnSpc>
                <a:spcPct val="100000"/>
              </a:lnSpc>
              <a:buNone/>
              <a:tabLst>
                <a:tab pos="0" algn="l"/>
              </a:tabLst>
            </a:pPr>
            <a:r>
              <a:rPr lang="en" sz="3500" b="0" u="none" strike="noStrike">
                <a:solidFill>
                  <a:schemeClr val="dk1"/>
                </a:solidFill>
                <a:effectLst/>
                <a:uFillTx/>
                <a:latin typeface="Arial"/>
                <a:ea typeface="Arial"/>
              </a:rPr>
              <a:t>Problem statement</a:t>
            </a:r>
            <a:endParaRPr lang="en-IN" sz="3500" b="0" u="none" strike="noStrike">
              <a:solidFill>
                <a:srgbClr val="000000"/>
              </a:solidFill>
              <a:effectLst/>
              <a:uFillTx/>
              <a:latin typeface="Arial"/>
            </a:endParaRPr>
          </a:p>
        </p:txBody>
      </p:sp>
      <p:sp>
        <p:nvSpPr>
          <p:cNvPr id="24" name="PlaceHolder 2"/>
          <p:cNvSpPr>
            <a:spLocks noGrp="1"/>
          </p:cNvSpPr>
          <p:nvPr>
            <p:ph type="sldNum" idx="7"/>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BBABEC5A-46F8-4ED2-A49C-E20618A40573}"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25" name="Google Shape;46;p8"/>
          <p:cNvSpPr/>
          <p:nvPr/>
        </p:nvSpPr>
        <p:spPr>
          <a:xfrm>
            <a:off x="311760" y="1305000"/>
            <a:ext cx="8520120" cy="3972240"/>
          </a:xfrm>
          <a:prstGeom prst="rect">
            <a:avLst/>
          </a:prstGeom>
          <a:noFill/>
          <a:ln w="0">
            <a:noFill/>
          </a:ln>
        </p:spPr>
        <p:style>
          <a:lnRef idx="0"/>
          <a:fillRef idx="0"/>
          <a:effectRef idx="0"/>
          <a:fontRef idx="minor"/>
        </p:style>
        <p:txBody>
          <a:bodyPr tIns="91440" bIns="91440" anchor="t">
            <a:noAutofit/>
          </a:bodyPr>
          <a:p>
            <a:pPr>
              <a:lnSpc>
                <a:spcPct val="100000"/>
              </a:lnSpc>
            </a:pPr>
            <a:endParaRPr lang="en-IN" sz="2500" b="0" u="none" strike="noStrike">
              <a:solidFill>
                <a:schemeClr val="dk1"/>
              </a:solidFill>
              <a:effectLst/>
              <a:highlight>
                <a:srgbClr val="FFFFFF"/>
              </a:highlight>
              <a:uFillTx/>
              <a:latin typeface="Arial"/>
            </a:endParaRPr>
          </a:p>
        </p:txBody>
      </p:sp>
      <p:sp>
        <p:nvSpPr>
          <p:cNvPr id="26" name=""/>
          <p:cNvSpPr txBox="1"/>
          <p:nvPr/>
        </p:nvSpPr>
        <p:spPr>
          <a:xfrm>
            <a:off x="540000" y="1620000"/>
            <a:ext cx="8280000" cy="2033280"/>
          </a:xfrm>
          <a:prstGeom prst="rect">
            <a:avLst/>
          </a:prstGeom>
          <a:noFill/>
          <a:ln w="0">
            <a:noFill/>
          </a:ln>
        </p:spPr>
        <p:txBody>
          <a:bodyPr lIns="90000" tIns="45000" rIns="90000" bIns="45000" anchor="t">
            <a:spAutoFit/>
          </a:bodyPr>
          <a:p>
            <a:r>
              <a:rPr lang="en-IN" sz="1400" b="0" u="none" strike="noStrike">
                <a:solidFill>
                  <a:srgbClr val="000000"/>
                </a:solidFill>
                <a:effectLst/>
                <a:uFillTx/>
                <a:latin typeface="Arial"/>
              </a:rPr>
              <a:t>1. Offset-based prefetchers learn a fixed distance (an offset or delta) between accesses and prefetch addr + offset. They are cheap (a few KB) and effective on regular access patterns.</a:t>
            </a:r>
            <a:endParaRPr lang="en-IN" sz="1400" b="0" u="none" strike="noStrike">
              <a:solidFill>
                <a:srgbClr val="000000"/>
              </a:solidFill>
              <a:effectLst/>
              <a:uFillTx/>
              <a:latin typeface="Arial"/>
            </a:endParaRPr>
          </a:p>
          <a:p>
            <a:r>
              <a:rPr lang="en-IN" sz="1400" b="0" u="none" strike="noStrike">
                <a:solidFill>
                  <a:srgbClr val="000000"/>
                </a:solidFill>
                <a:effectLst/>
                <a:uFillTx/>
                <a:latin typeface="Arial"/>
              </a:rPr>
              <a:t>- Global offset (BOP): learns one best offset for the whole program. It is simple and timely, but it mixes patterns from different load instructions (IPs) and loses accuracy when IPs behave differently.</a:t>
            </a:r>
            <a:endParaRPr lang="en-IN" sz="1400" b="0" u="none" strike="noStrike">
              <a:solidFill>
                <a:srgbClr val="000000"/>
              </a:solidFill>
              <a:effectLst/>
              <a:uFillTx/>
              <a:latin typeface="Arial"/>
            </a:endParaRPr>
          </a:p>
          <a:p>
            <a:r>
              <a:rPr lang="en-IN" sz="1400" b="0" u="none" strike="noStrike">
                <a:solidFill>
                  <a:srgbClr val="000000"/>
                </a:solidFill>
                <a:effectLst/>
                <a:uFillTx/>
                <a:latin typeface="Arial"/>
              </a:rPr>
              <a:t>- Local per-IP delta (Berti): learns deltas per IP and is very accurate. But it issues no prefetch for IPs where no delta reaches confidence, such as cold IPs, IPs with few accesses, or patterns that only show up across IPs.</a:t>
            </a:r>
            <a:endParaRPr lang="en-IN" sz="1400" b="0" u="none" strike="noStrike">
              <a:solidFill>
                <a:srgbClr val="000000"/>
              </a:solidFill>
              <a:effectLst/>
              <a:uFillTx/>
              <a:latin typeface="Arial"/>
            </a:endParaRPr>
          </a:p>
        </p:txBody>
      </p:sp>
      <p:sp>
        <p:nvSpPr>
          <p:cNvPr id="27" name=""/>
          <p:cNvSpPr txBox="1"/>
          <p:nvPr/>
        </p:nvSpPr>
        <p:spPr>
          <a:xfrm>
            <a:off x="540000" y="4156200"/>
            <a:ext cx="8291880" cy="883800"/>
          </a:xfrm>
          <a:prstGeom prst="rect">
            <a:avLst/>
          </a:prstGeom>
          <a:noFill/>
          <a:ln w="0">
            <a:noFill/>
          </a:ln>
        </p:spPr>
        <p:txBody>
          <a:bodyPr lIns="90000" tIns="45000" rIns="90000" bIns="45000" anchor="t">
            <a:spAutoFit/>
          </a:bodyPr>
          <a:p>
            <a:r>
              <a:rPr lang="en-IN" sz="1400" b="0" u="none" strike="noStrike">
                <a:solidFill>
                  <a:srgbClr val="000000"/>
                </a:solidFill>
                <a:effectLst/>
                <a:uFillTx/>
                <a:latin typeface="Arial"/>
              </a:rPr>
              <a:t>Problem: neither family covers both cases. The coverage that Berti leaves on low-confidence IPs might be recovered by a global offset, without giving up Berti's accuracy.</a:t>
            </a:r>
            <a:br>
              <a:rPr sz="1400"/>
            </a:br>
            <a:r>
              <a:rPr lang="en-IN" sz="1400" b="0" u="none" strike="noStrike">
                <a:solidFill>
                  <a:srgbClr val="000000"/>
                </a:solidFill>
                <a:effectLst/>
                <a:uFillTx/>
                <a:latin typeface="Arial"/>
              </a:rPr>
              <a:t>Question: can a lightweight per-IP selector between the local delta and the global offset beat both, at small extra storage?</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additive="repl">
                                        <p:cTn id="7" dur="1000"/>
                                        <p:tgtEl>
                                          <p:spTgt spid="25">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p>
            <a:pPr indent="0" algn="l">
              <a:lnSpc>
                <a:spcPct val="100000"/>
              </a:lnSpc>
              <a:buNone/>
              <a:tabLst>
                <a:tab pos="0" algn="l"/>
              </a:tabLst>
            </a:pPr>
            <a:r>
              <a:rPr lang="en" sz="3500" b="0" u="none" strike="noStrike">
                <a:solidFill>
                  <a:schemeClr val="dk1"/>
                </a:solidFill>
                <a:effectLst/>
                <a:uFillTx/>
                <a:latin typeface="Arial"/>
                <a:ea typeface="Arial"/>
              </a:rPr>
              <a:t>Prior Works</a:t>
            </a:r>
            <a:endParaRPr lang="en-IN" sz="3500" b="0" u="none" strike="noStrike">
              <a:solidFill>
                <a:srgbClr val="000000"/>
              </a:solidFill>
              <a:effectLst/>
              <a:uFillTx/>
              <a:latin typeface="Arial"/>
            </a:endParaRPr>
          </a:p>
        </p:txBody>
      </p:sp>
      <p:sp>
        <p:nvSpPr>
          <p:cNvPr id="29" name="PlaceHolder 2"/>
          <p:cNvSpPr>
            <a:spLocks noGrp="1"/>
          </p:cNvSpPr>
          <p:nvPr>
            <p:ph type="sldNum" idx="8"/>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41BE7BC9-ADC7-4FF1-AF8E-6D3D9296C7C3}"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0" name="Google Shape;53;p9"/>
          <p:cNvSpPr/>
          <p:nvPr/>
        </p:nvSpPr>
        <p:spPr>
          <a:xfrm>
            <a:off x="311760" y="1305000"/>
            <a:ext cx="8520120" cy="3972240"/>
          </a:xfrm>
          <a:prstGeom prst="rect">
            <a:avLst/>
          </a:prstGeom>
          <a:noFill/>
          <a:ln w="0">
            <a:noFill/>
          </a:ln>
        </p:spPr>
        <p:style>
          <a:lnRef idx="0"/>
          <a:fillRef idx="0"/>
          <a:effectRef idx="0"/>
          <a:fontRef idx="minor"/>
        </p:style>
        <p:txBody>
          <a:bodyPr tIns="91440" bIns="91440" anchor="t">
            <a:noAutofit/>
          </a:bodyPr>
          <a:p>
            <a:pPr marL="457200" indent="-387360">
              <a:lnSpc>
                <a:spcPct val="100000"/>
              </a:lnSpc>
              <a:spcBef>
                <a:spcPts val="1191"/>
              </a:spcBef>
              <a:spcAft>
                <a:spcPts val="992"/>
              </a:spcAft>
              <a:buClr>
                <a:srgbClr val="E06666"/>
              </a:buClr>
              <a:buFont typeface="Arial"/>
              <a:buChar char="●"/>
            </a:pPr>
            <a:r>
              <a:rPr lang="en" sz="2500" b="0" u="none" strike="noStrike">
                <a:solidFill>
                  <a:srgbClr val="E06666"/>
                </a:solidFill>
                <a:effectLst/>
                <a:highlight>
                  <a:srgbClr val="FFFFFF"/>
                </a:highlight>
                <a:uFillTx/>
                <a:latin typeface="Arial"/>
                <a:ea typeface="Arial"/>
              </a:rPr>
              <a:t>Sandbox (Pugsley et al., HPCA'14)</a:t>
            </a:r>
            <a:endParaRPr lang="en-IN" sz="2500" b="0" u="none" strike="noStrike">
              <a:solidFill>
                <a:srgbClr val="000000"/>
              </a:solidFill>
              <a:effectLst/>
              <a:uFillTx/>
              <a:latin typeface="Arial"/>
            </a:endParaRPr>
          </a:p>
          <a:p>
            <a:pPr marL="457200" indent="-387360">
              <a:lnSpc>
                <a:spcPct val="100000"/>
              </a:lnSpc>
              <a:spcBef>
                <a:spcPts val="1191"/>
              </a:spcBef>
              <a:spcAft>
                <a:spcPts val="992"/>
              </a:spcAft>
              <a:buClr>
                <a:srgbClr val="E06666"/>
              </a:buClr>
              <a:buFont typeface="Arial"/>
              <a:buChar char="●"/>
            </a:pPr>
            <a:r>
              <a:rPr lang="en" sz="2500" b="0" u="none" strike="noStrike">
                <a:solidFill>
                  <a:srgbClr val="E06666"/>
                </a:solidFill>
                <a:effectLst/>
                <a:highlight>
                  <a:srgbClr val="FFFFFF"/>
                </a:highlight>
                <a:uFillTx/>
                <a:latin typeface="Arial"/>
                <a:ea typeface="Arial"/>
              </a:rPr>
              <a:t>BOP, Best-Offset (Michaud, HPCA'16)</a:t>
            </a:r>
            <a:endParaRPr lang="en-IN" sz="2500" b="0" u="none" strike="noStrike">
              <a:solidFill>
                <a:srgbClr val="000000"/>
              </a:solidFill>
              <a:effectLst/>
              <a:uFillTx/>
              <a:latin typeface="Arial"/>
            </a:endParaRPr>
          </a:p>
          <a:p>
            <a:pPr marL="457200" indent="-387360">
              <a:lnSpc>
                <a:spcPct val="100000"/>
              </a:lnSpc>
              <a:spcBef>
                <a:spcPts val="1191"/>
              </a:spcBef>
              <a:spcAft>
                <a:spcPts val="992"/>
              </a:spcAft>
              <a:buClr>
                <a:srgbClr val="E06666"/>
              </a:buClr>
              <a:buFont typeface="Arial"/>
              <a:buChar char="●"/>
            </a:pPr>
            <a:r>
              <a:rPr lang="en" sz="2500" b="0" u="none" strike="noStrike">
                <a:solidFill>
                  <a:srgbClr val="E06666"/>
                </a:solidFill>
                <a:effectLst/>
                <a:highlight>
                  <a:srgbClr val="FFFFFF"/>
                </a:highlight>
                <a:uFillTx/>
                <a:latin typeface="Arial"/>
                <a:ea typeface="Arial"/>
              </a:rPr>
              <a:t>MLOP (Shakerinava et al., DPC-3'19)</a:t>
            </a:r>
            <a:endParaRPr lang="en-IN" sz="2500" b="0" u="none" strike="noStrike">
              <a:solidFill>
                <a:srgbClr val="000000"/>
              </a:solidFill>
              <a:effectLst/>
              <a:uFillTx/>
              <a:latin typeface="Arial"/>
            </a:endParaRPr>
          </a:p>
          <a:p>
            <a:pPr marL="457200" indent="-387360">
              <a:lnSpc>
                <a:spcPct val="100000"/>
              </a:lnSpc>
              <a:spcBef>
                <a:spcPts val="1191"/>
              </a:spcBef>
              <a:spcAft>
                <a:spcPts val="992"/>
              </a:spcAft>
              <a:buClr>
                <a:srgbClr val="E06666"/>
              </a:buClr>
              <a:buFont typeface="Arial"/>
              <a:buChar char="●"/>
            </a:pPr>
            <a:r>
              <a:rPr lang="en" sz="2500" b="0" u="none" strike="noStrike">
                <a:solidFill>
                  <a:srgbClr val="E06666"/>
                </a:solidFill>
                <a:effectLst/>
                <a:highlight>
                  <a:srgbClr val="FFFFFF"/>
                </a:highlight>
                <a:uFillTx/>
                <a:latin typeface="Arial"/>
                <a:ea typeface="Arial"/>
              </a:rPr>
              <a:t>IPCP (Pakalapati &amp; Panda, ISCA'20)</a:t>
            </a:r>
            <a:endParaRPr lang="en-IN" sz="2500" b="0" u="none" strike="noStrike">
              <a:solidFill>
                <a:srgbClr val="000000"/>
              </a:solidFill>
              <a:effectLst/>
              <a:uFillTx/>
              <a:latin typeface="Arial"/>
            </a:endParaRPr>
          </a:p>
          <a:p>
            <a:pPr marL="457200" indent="-387360">
              <a:lnSpc>
                <a:spcPct val="100000"/>
              </a:lnSpc>
              <a:spcBef>
                <a:spcPts val="1191"/>
              </a:spcBef>
              <a:spcAft>
                <a:spcPts val="992"/>
              </a:spcAft>
              <a:buClr>
                <a:srgbClr val="E06666"/>
              </a:buClr>
              <a:buFont typeface="Arial"/>
              <a:buChar char="●"/>
            </a:pPr>
            <a:r>
              <a:rPr lang="en" sz="2500" b="0" u="none" strike="noStrike">
                <a:solidFill>
                  <a:srgbClr val="E06666"/>
                </a:solidFill>
                <a:effectLst/>
                <a:highlight>
                  <a:srgbClr val="FFFFFF"/>
                </a:highlight>
                <a:uFillTx/>
                <a:latin typeface="Arial"/>
                <a:ea typeface="Arial"/>
              </a:rPr>
              <a:t>Berti (Navarro-Torres et al., MICRO'22)</a:t>
            </a:r>
            <a:endParaRPr lang="en-IN"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8" dur="indefinite" restart="never" nodeType="tmRoot">
          <p:childTnLst>
            <p:seq>
              <p:cTn id="9" dur="indefinite" nodeType="mainSeq">
                <p:childTnLst>
                  <p:par>
                    <p:cTn id="10" fill="hold">
                      <p:stCondLst>
                        <p:cond delay="indefinite"/>
                      </p:stCondLst>
                      <p:childTnLst>
                        <p:par>
                          <p:cTn id="11" fill="hold">
                            <p:stCondLst>
                              <p:cond delay="0"/>
                            </p:stCondLst>
                            <p:childTnLst>
                              <p:par>
                                <p:cTn id="12" presetID="10" presetClass="entr" fill="hold" nodeType="clickEffect">
                                  <p:stCondLst>
                                    <p:cond delay="0"/>
                                  </p:stCondLst>
                                  <p:childTnLst>
                                    <p:set>
                                      <p:cBhvr>
                                        <p:cTn id="13" dur="1" fill="hold">
                                          <p:stCondLst>
                                            <p:cond delay="0"/>
                                          </p:stCondLst>
                                        </p:cTn>
                                        <p:tgtEl>
                                          <p:spTgt spid="30">
                                            <p:txEl>
                                              <p:pRg st="0" end="0"/>
                                            </p:txEl>
                                          </p:spTgt>
                                        </p:tgtEl>
                                        <p:attrNameLst>
                                          <p:attrName>style.visibility</p:attrName>
                                        </p:attrNameLst>
                                      </p:cBhvr>
                                      <p:to>
                                        <p:strVal val="visible"/>
                                      </p:to>
                                    </p:set>
                                    <p:animEffect transition="in" filter="fade">
                                      <p:cBhvr additive="repl">
                                        <p:cTn id="14" dur="1000"/>
                                        <p:tgtEl>
                                          <p:spTgt spid="30">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p>
            <a:pPr indent="0" algn="l">
              <a:lnSpc>
                <a:spcPct val="100000"/>
              </a:lnSpc>
              <a:buNone/>
              <a:tabLst>
                <a:tab pos="0" algn="l"/>
              </a:tabLst>
            </a:pPr>
            <a:r>
              <a:rPr lang="en" sz="3500" b="0" u="none" strike="noStrike">
                <a:solidFill>
                  <a:schemeClr val="dk1"/>
                </a:solidFill>
                <a:effectLst/>
                <a:uFillTx/>
                <a:latin typeface="Arial"/>
                <a:ea typeface="Arial"/>
              </a:rPr>
              <a:t>Goal of the Project</a:t>
            </a:r>
            <a:endParaRPr lang="en-IN" sz="3500" b="0" u="none" strike="noStrike">
              <a:solidFill>
                <a:srgbClr val="000000"/>
              </a:solidFill>
              <a:effectLst/>
              <a:uFillTx/>
              <a:latin typeface="Arial"/>
            </a:endParaRPr>
          </a:p>
        </p:txBody>
      </p:sp>
      <p:sp>
        <p:nvSpPr>
          <p:cNvPr id="32" name="PlaceHolder 2"/>
          <p:cNvSpPr>
            <a:spLocks noGrp="1"/>
          </p:cNvSpPr>
          <p:nvPr>
            <p:ph type="sldNum" idx="9"/>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99CC111A-C7BE-47C3-872D-1A0BBDCC8144}"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3" name="Google Shape;60;p10"/>
          <p:cNvSpPr/>
          <p:nvPr/>
        </p:nvSpPr>
        <p:spPr>
          <a:xfrm>
            <a:off x="311760" y="1305000"/>
            <a:ext cx="8520120" cy="3972240"/>
          </a:xfrm>
          <a:prstGeom prst="rect">
            <a:avLst/>
          </a:prstGeom>
          <a:noFill/>
          <a:ln w="0">
            <a:noFill/>
          </a:ln>
        </p:spPr>
        <p:style>
          <a:lnRef idx="0"/>
          <a:fillRef idx="0"/>
          <a:effectRef idx="0"/>
          <a:fontRef idx="minor"/>
        </p:style>
        <p:txBody>
          <a:bodyPr tIns="91440" bIns="91440" anchor="t">
            <a:noAutofit/>
          </a:bodyPr>
          <a:p>
            <a:pPr marL="457200" indent="-387360">
              <a:lnSpc>
                <a:spcPct val="100000"/>
              </a:lnSpc>
              <a:spcBef>
                <a:spcPts val="1191"/>
              </a:spcBef>
              <a:spcAft>
                <a:spcPts val="992"/>
              </a:spcAft>
              <a:buClr>
                <a:srgbClr val="000000"/>
              </a:buClr>
              <a:buFont typeface="Arial"/>
              <a:buChar char="●"/>
            </a:pPr>
            <a:r>
              <a:rPr lang="en-US" sz="1300" b="0" u="none" strike="noStrike">
                <a:solidFill>
                  <a:schemeClr val="dk1"/>
                </a:solidFill>
                <a:effectLst/>
                <a:highlight>
                  <a:srgbClr val="FFFFFF"/>
                </a:highlight>
                <a:uFillTx/>
                <a:latin typeface="Arial"/>
                <a:ea typeface="Arial"/>
              </a:rPr>
              <a:t>Goal:design and evaluate LoGO, which extends Berti at L1D with a global best-offset learner (in the style of BOP) and a per-IP selector:</a:t>
            </a:r>
            <a:endParaRPr lang="en-IN" sz="1300" b="0" u="none" strike="noStrike">
              <a:solidFill>
                <a:srgbClr val="000000"/>
              </a:solidFill>
              <a:effectLst/>
              <a:uFillTx/>
              <a:latin typeface="Arial"/>
            </a:endParaRPr>
          </a:p>
          <a:p>
            <a:pPr marL="457200" indent="-387360">
              <a:lnSpc>
                <a:spcPct val="100000"/>
              </a:lnSpc>
              <a:spcBef>
                <a:spcPts val="1191"/>
              </a:spcBef>
              <a:spcAft>
                <a:spcPts val="992"/>
              </a:spcAft>
              <a:buClr>
                <a:srgbClr val="000000"/>
              </a:buClr>
              <a:buFont typeface="Arial"/>
              <a:buChar char="●"/>
            </a:pPr>
            <a:r>
              <a:rPr lang="en-US" sz="1300" b="0" u="none" strike="noStrike">
                <a:solidFill>
                  <a:schemeClr val="dk1"/>
                </a:solidFill>
                <a:effectLst/>
                <a:highlight>
                  <a:srgbClr val="FFFFFF"/>
                </a:highlight>
                <a:uFillTx/>
                <a:latin typeface="Arial"/>
                <a:ea typeface="Arial"/>
              </a:rPr>
              <a:t>If an IP has a confident Berti delta, use it.</a:t>
            </a:r>
            <a:endParaRPr lang="en-IN" sz="1300" b="0" u="none" strike="noStrike">
              <a:solidFill>
                <a:srgbClr val="000000"/>
              </a:solidFill>
              <a:effectLst/>
              <a:uFillTx/>
              <a:latin typeface="Arial"/>
            </a:endParaRPr>
          </a:p>
          <a:p>
            <a:pPr marL="457200" indent="-387360">
              <a:lnSpc>
                <a:spcPct val="100000"/>
              </a:lnSpc>
              <a:spcBef>
                <a:spcPts val="1191"/>
              </a:spcBef>
              <a:spcAft>
                <a:spcPts val="992"/>
              </a:spcAft>
              <a:buClr>
                <a:srgbClr val="000000"/>
              </a:buClr>
              <a:buFont typeface="Arial"/>
              <a:buChar char="●"/>
            </a:pPr>
            <a:r>
              <a:rPr lang="en-US" sz="1300" b="0" u="none" strike="noStrike">
                <a:solidFill>
                  <a:schemeClr val="dk1"/>
                </a:solidFill>
                <a:effectLst/>
                <a:highlight>
                  <a:srgbClr val="FFFFFF"/>
                </a:highlight>
                <a:uFillTx/>
                <a:latin typeface="Arial"/>
                <a:ea typeface="Arial"/>
              </a:rPr>
              <a:t>Otherwise, fall back to the global offset, but only while that offset's measured accuracy stays above a threshold.</a:t>
            </a:r>
            <a:endParaRPr lang="en-IN" sz="1300" b="0" u="none" strike="noStrike">
              <a:solidFill>
                <a:srgbClr val="000000"/>
              </a:solidFill>
              <a:effectLst/>
              <a:uFillTx/>
              <a:latin typeface="Arial"/>
            </a:endParaRPr>
          </a:p>
          <a:p>
            <a:pPr marL="457200" indent="-387360">
              <a:lnSpc>
                <a:spcPct val="100000"/>
              </a:lnSpc>
              <a:spcBef>
                <a:spcPts val="1191"/>
              </a:spcBef>
              <a:spcAft>
                <a:spcPts val="992"/>
              </a:spcAft>
              <a:buClr>
                <a:srgbClr val="000000"/>
              </a:buClr>
              <a:buFont typeface="Arial"/>
              <a:buChar char="●"/>
            </a:pPr>
            <a:r>
              <a:rPr lang="en-US" sz="1300" b="0" u="none" strike="noStrike">
                <a:solidFill>
                  <a:schemeClr val="dk1"/>
                </a:solidFill>
                <a:effectLst/>
                <a:highlight>
                  <a:srgbClr val="FFFFFF"/>
                </a:highlight>
                <a:uFillTx/>
                <a:latin typeface="Arial"/>
                <a:ea typeface="Arial"/>
              </a:rPr>
              <a:t>Target:higher coverage than Berti, higher accuracy than BOP, and less than 1 KB of extra storage.</a:t>
            </a:r>
            <a:endParaRPr lang="en-IN" sz="1300" b="0" u="none" strike="noStrike">
              <a:solidFill>
                <a:srgbClr val="000000"/>
              </a:solidFill>
              <a:effectLst/>
              <a:uFillTx/>
              <a:latin typeface="Arial"/>
            </a:endParaRPr>
          </a:p>
          <a:p>
            <a:pPr marL="457200" indent="-387360">
              <a:lnSpc>
                <a:spcPct val="100000"/>
              </a:lnSpc>
              <a:spcBef>
                <a:spcPts val="1191"/>
              </a:spcBef>
              <a:spcAft>
                <a:spcPts val="992"/>
              </a:spcAft>
              <a:buClr>
                <a:srgbClr val="000000"/>
              </a:buClr>
              <a:buFont typeface="Arial"/>
              <a:buChar char="●"/>
            </a:pPr>
            <a:r>
              <a:rPr lang="en-US" sz="1300" b="0" u="none" strike="noStrike">
                <a:solidFill>
                  <a:schemeClr val="dk1"/>
                </a:solidFill>
                <a:effectLst/>
                <a:highlight>
                  <a:srgbClr val="FFFFFF"/>
                </a:highlight>
                <a:uFillTx/>
                <a:latin typeface="Arial"/>
                <a:ea typeface="Arial"/>
              </a:rPr>
              <a:t>Simulator:ChampSim</a:t>
            </a:r>
            <a:endParaRPr lang="en-IN" sz="1300" b="0" u="none" strike="noStrike">
              <a:solidFill>
                <a:srgbClr val="000000"/>
              </a:solidFill>
              <a:effectLst/>
              <a:uFillTx/>
              <a:latin typeface="Arial"/>
            </a:endParaRPr>
          </a:p>
          <a:p>
            <a:pPr marL="457200" indent="-387360">
              <a:lnSpc>
                <a:spcPct val="100000"/>
              </a:lnSpc>
              <a:spcBef>
                <a:spcPts val="1191"/>
              </a:spcBef>
              <a:spcAft>
                <a:spcPts val="992"/>
              </a:spcAft>
              <a:buClr>
                <a:srgbClr val="000000"/>
              </a:buClr>
              <a:buFont typeface="Arial"/>
              <a:buChar char="●"/>
            </a:pPr>
            <a:endParaRPr lang="en-IN" sz="2500" b="0" u="none" strike="noStrike">
              <a:solidFill>
                <a:srgbClr val="000000"/>
              </a:solidFill>
              <a:effectLst/>
              <a:uFillTx/>
              <a:latin typeface="Arial"/>
            </a:endParaRPr>
          </a:p>
          <a:p>
            <a:pPr marL="457200" indent="-387360">
              <a:lnSpc>
                <a:spcPct val="100000"/>
              </a:lnSpc>
              <a:buClr>
                <a:srgbClr val="000000"/>
              </a:buClr>
              <a:buFont typeface="Arial"/>
              <a:buChar char="●"/>
            </a:pPr>
            <a:r>
              <a:rPr lang="en-US" sz="1300" b="0" u="none" strike="noStrike">
                <a:solidFill>
                  <a:schemeClr val="dk1"/>
                </a:solidFill>
                <a:effectLst/>
                <a:highlight>
                  <a:srgbClr val="FFFFFF"/>
                </a:highlight>
                <a:uFillTx/>
                <a:latin typeface="Arial"/>
                <a:ea typeface="Arial"/>
              </a:rPr>
              <a:t>During the project, I won’t be relying on GenAI tools to do my work. I will myself understand the existing solutions to the problem, try to find the gaps and come up with strategies that help me improve the benchmarks.</a:t>
            </a:r>
            <a:endParaRPr lang="en-IN" sz="1300" b="0" u="none" strike="noStrike">
              <a:solidFill>
                <a:srgbClr val="000000"/>
              </a:solidFill>
              <a:effectLst/>
              <a:uFillTx/>
              <a:latin typeface="Arial"/>
            </a:endParaRPr>
          </a:p>
          <a:p>
            <a:pPr marL="69840">
              <a:lnSpc>
                <a:spcPct val="100000"/>
              </a:lnSpc>
            </a:pPr>
            <a:endParaRPr lang="en-IN"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33">
                                            <p:txEl>
                                              <p:pRg st="0" end="0"/>
                                            </p:txEl>
                                          </p:spTgt>
                                        </p:tgtEl>
                                        <p:attrNameLst>
                                          <p:attrName>style.visibility</p:attrName>
                                        </p:attrNameLst>
                                      </p:cBhvr>
                                      <p:to>
                                        <p:strVal val="visible"/>
                                      </p:to>
                                    </p:set>
                                    <p:animEffect transition="in" filter="fade">
                                      <p:cBhvr additive="repl">
                                        <p:cTn id="21" dur="1000"/>
                                        <p:tgtEl>
                                          <p:spTgt spid="33">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p>
            <a:pPr indent="0" algn="l">
              <a:lnSpc>
                <a:spcPct val="100000"/>
              </a:lnSpc>
              <a:buNone/>
              <a:tabLst>
                <a:tab pos="0" algn="l"/>
              </a:tabLst>
            </a:pPr>
            <a:r>
              <a:rPr lang="en" sz="3500" b="0" u="none" strike="noStrike">
                <a:solidFill>
                  <a:schemeClr val="dk1"/>
                </a:solidFill>
                <a:effectLst/>
                <a:uFillTx/>
                <a:latin typeface="Arial"/>
                <a:ea typeface="Arial"/>
              </a:rPr>
              <a:t>Plan for checkpoint-I</a:t>
            </a:r>
            <a:endParaRPr lang="en-IN" sz="3500" b="0" u="none" strike="noStrike">
              <a:solidFill>
                <a:srgbClr val="000000"/>
              </a:solidFill>
              <a:effectLst/>
              <a:uFillTx/>
              <a:latin typeface="Arial"/>
            </a:endParaRPr>
          </a:p>
        </p:txBody>
      </p:sp>
      <p:sp>
        <p:nvSpPr>
          <p:cNvPr id="35" name="PlaceHolder 2"/>
          <p:cNvSpPr>
            <a:spLocks noGrp="1"/>
          </p:cNvSpPr>
          <p:nvPr>
            <p:ph type="sldNum" idx="10"/>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332940BE-61E2-47DF-89DE-A67E13199959}"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6" name="Google Shape;67;p11"/>
          <p:cNvSpPr/>
          <p:nvPr/>
        </p:nvSpPr>
        <p:spPr>
          <a:xfrm>
            <a:off x="311760" y="1305000"/>
            <a:ext cx="8520120" cy="3972240"/>
          </a:xfrm>
          <a:prstGeom prst="rect">
            <a:avLst/>
          </a:prstGeom>
          <a:noFill/>
          <a:ln w="0">
            <a:noFill/>
          </a:ln>
        </p:spPr>
        <p:style>
          <a:lnRef idx="0"/>
          <a:fillRef idx="0"/>
          <a:effectRef idx="0"/>
          <a:fontRef idx="minor"/>
        </p:style>
        <p:txBody>
          <a:bodyPr tIns="91440" bIns="91440" anchor="t">
            <a:noAutofit/>
          </a:bodyPr>
          <a:p>
            <a:pPr marL="527040" indent="-457200">
              <a:lnSpc>
                <a:spcPct val="100000"/>
              </a:lnSpc>
              <a:buClr>
                <a:srgbClr val="E06666"/>
              </a:buClr>
              <a:buFont typeface="Arial"/>
              <a:buAutoNum type="arabicParenR"/>
            </a:pPr>
            <a:r>
              <a:rPr lang="en-US" sz="2500" b="0" u="none" strike="noStrike">
                <a:solidFill>
                  <a:srgbClr val="E06666"/>
                </a:solidFill>
                <a:effectLst/>
                <a:highlight>
                  <a:srgbClr val="FFFFFF"/>
                </a:highlight>
                <a:uFillTx/>
                <a:latin typeface="Arial"/>
                <a:ea typeface="Arial"/>
              </a:rPr>
              <a:t>What experiments will you perform and why? </a:t>
            </a:r>
            <a:endParaRPr lang="en-IN" sz="2500" b="0" u="none" strike="noStrike">
              <a:solidFill>
                <a:srgbClr val="000000"/>
              </a:solidFill>
              <a:effectLst/>
              <a:uFillTx/>
              <a:latin typeface="Arial"/>
            </a:endParaRPr>
          </a:p>
          <a:p>
            <a:pPr marL="527040" indent="-457200">
              <a:lnSpc>
                <a:spcPct val="100000"/>
              </a:lnSpc>
              <a:buClr>
                <a:srgbClr val="E06666"/>
              </a:buClr>
              <a:buFont typeface="Arial"/>
              <a:buAutoNum type="arabicParenR"/>
            </a:pPr>
            <a:r>
              <a:rPr lang="en-US" sz="2500" b="0" u="none" strike="noStrike">
                <a:solidFill>
                  <a:srgbClr val="E06666"/>
                </a:solidFill>
                <a:effectLst/>
                <a:highlight>
                  <a:srgbClr val="FFFFFF"/>
                </a:highlight>
                <a:uFillTx/>
                <a:latin typeface="Arial"/>
                <a:ea typeface="Arial"/>
              </a:rPr>
              <a:t>What insights you expect to build your proposal?</a:t>
            </a:r>
            <a:endParaRPr lang="en-IN" sz="2500" b="0" u="none" strike="noStrike">
              <a:solidFill>
                <a:srgbClr val="000000"/>
              </a:solidFill>
              <a:effectLst/>
              <a:uFillTx/>
              <a:latin typeface="Arial"/>
            </a:endParaRPr>
          </a:p>
          <a:p>
            <a:pPr marL="527040" indent="-457200">
              <a:lnSpc>
                <a:spcPct val="100000"/>
              </a:lnSpc>
              <a:buClr>
                <a:srgbClr val="E06666"/>
              </a:buClr>
              <a:buFont typeface="Arial"/>
              <a:buAutoNum type="arabicParenR"/>
            </a:pPr>
            <a:r>
              <a:rPr lang="en-US" sz="2500" b="0" u="none" strike="noStrike">
                <a:solidFill>
                  <a:srgbClr val="E06666"/>
                </a:solidFill>
                <a:effectLst/>
                <a:highlight>
                  <a:srgbClr val="FFFFFF"/>
                </a:highlight>
                <a:uFillTx/>
                <a:latin typeface="Arial"/>
                <a:ea typeface="Arial"/>
              </a:rPr>
              <a:t>Anything else</a:t>
            </a:r>
            <a:endParaRPr lang="en-IN"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2" dur="indefinite" restart="never" nodeType="tmRoot">
          <p:childTnLst>
            <p:seq>
              <p:cTn id="23" dur="indefinite" nodeType="mainSeq">
                <p:childTnLst>
                  <p:par>
                    <p:cTn id="24" fill="hold">
                      <p:stCondLst>
                        <p:cond delay="indefinite"/>
                      </p:stCondLst>
                      <p:childTnLst>
                        <p:par>
                          <p:cTn id="25" fill="hold">
                            <p:stCondLst>
                              <p:cond delay="0"/>
                            </p:stCondLst>
                            <p:childTnLst>
                              <p:par>
                                <p:cTn id="26" presetID="10" presetClass="entr" fill="hold" nodeType="clickEffect">
                                  <p:stCondLst>
                                    <p:cond delay="0"/>
                                  </p:stCondLst>
                                  <p:childTnLst>
                                    <p:set>
                                      <p:cBhvr>
                                        <p:cTn id="27" dur="1" fill="hold">
                                          <p:stCondLst>
                                            <p:cond delay="0"/>
                                          </p:stCondLst>
                                        </p:cTn>
                                        <p:tgtEl>
                                          <p:spTgt spid="36">
                                            <p:txEl>
                                              <p:pRg st="0" end="0"/>
                                            </p:txEl>
                                          </p:spTgt>
                                        </p:tgtEl>
                                        <p:attrNameLst>
                                          <p:attrName>style.visibility</p:attrName>
                                        </p:attrNameLst>
                                      </p:cBhvr>
                                      <p:to>
                                        <p:strVal val="visible"/>
                                      </p:to>
                                    </p:set>
                                    <p:animEffect transition="in" filter="fade">
                                      <p:cBhvr additive="repl">
                                        <p:cTn id="28" dur="1000"/>
                                        <p:tgtEl>
                                          <p:spTgt spid="3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fill="hold" nodeType="clickEffect">
                                  <p:stCondLst>
                                    <p:cond delay="0"/>
                                  </p:stCondLst>
                                  <p:childTnLst>
                                    <p:set>
                                      <p:cBhvr>
                                        <p:cTn id="32" dur="1" fill="hold">
                                          <p:stCondLst>
                                            <p:cond delay="0"/>
                                          </p:stCondLst>
                                        </p:cTn>
                                        <p:tgtEl>
                                          <p:spTgt spid="36">
                                            <p:txEl>
                                              <p:pRg st="1" end="1"/>
                                            </p:txEl>
                                          </p:spTgt>
                                        </p:tgtEl>
                                        <p:attrNameLst>
                                          <p:attrName>style.visibility</p:attrName>
                                        </p:attrNameLst>
                                      </p:cBhvr>
                                      <p:to>
                                        <p:strVal val="visible"/>
                                      </p:to>
                                    </p:set>
                                    <p:animEffect transition="in" filter="fade">
                                      <p:cBhvr additive="repl">
                                        <p:cTn id="33" dur="1000"/>
                                        <p:tgtEl>
                                          <p:spTgt spid="36">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fill="hold" nodeType="clickEffect">
                                  <p:stCondLst>
                                    <p:cond delay="0"/>
                                  </p:stCondLst>
                                  <p:childTnLst>
                                    <p:set>
                                      <p:cBhvr>
                                        <p:cTn id="37" dur="1" fill="hold">
                                          <p:stCondLst>
                                            <p:cond delay="0"/>
                                          </p:stCondLst>
                                        </p:cTn>
                                        <p:tgtEl>
                                          <p:spTgt spid="36">
                                            <p:txEl>
                                              <p:pRg st="2" end="2"/>
                                            </p:txEl>
                                          </p:spTgt>
                                        </p:tgtEl>
                                        <p:attrNameLst>
                                          <p:attrName>style.visibility</p:attrName>
                                        </p:attrNameLst>
                                      </p:cBhvr>
                                      <p:to>
                                        <p:strVal val="visible"/>
                                      </p:to>
                                    </p:set>
                                    <p:animEffect transition="in" filter="fade">
                                      <p:cBhvr additive="repl">
                                        <p:cTn id="38" dur="1000"/>
                                        <p:tgtEl>
                                          <p:spTgt spid="3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485640"/>
            <a:ext cx="8520120" cy="636120"/>
          </a:xfrm>
          <a:prstGeom prst="rect">
            <a:avLst/>
          </a:prstGeom>
          <a:noFill/>
          <a:ln w="0">
            <a:noFill/>
          </a:ln>
        </p:spPr>
        <p:txBody>
          <a:bodyPr lIns="91440" tIns="91440" rIns="91440" bIns="91440" anchor="t">
            <a:noAutofit/>
          </a:bodyPr>
          <a:p>
            <a:pPr indent="0" algn="l">
              <a:lnSpc>
                <a:spcPct val="100000"/>
              </a:lnSpc>
              <a:buNone/>
              <a:tabLst>
                <a:tab pos="0" algn="l"/>
              </a:tabLst>
            </a:pPr>
            <a:r>
              <a:rPr lang="en" sz="3500" b="0" u="none" strike="noStrike">
                <a:solidFill>
                  <a:schemeClr val="dk1"/>
                </a:solidFill>
                <a:effectLst/>
                <a:uFillTx/>
                <a:latin typeface="Arial"/>
                <a:ea typeface="Arial"/>
              </a:rPr>
              <a:t>Plan for checkpoint-II</a:t>
            </a:r>
            <a:endParaRPr lang="en-IN" sz="3500" b="0" u="none" strike="noStrike">
              <a:solidFill>
                <a:srgbClr val="000000"/>
              </a:solidFill>
              <a:effectLst/>
              <a:uFillTx/>
              <a:latin typeface="Arial"/>
            </a:endParaRPr>
          </a:p>
        </p:txBody>
      </p:sp>
      <p:sp>
        <p:nvSpPr>
          <p:cNvPr id="38" name="PlaceHolder 2"/>
          <p:cNvSpPr>
            <a:spLocks noGrp="1"/>
          </p:cNvSpPr>
          <p:nvPr>
            <p:ph type="sldNum" idx="11"/>
          </p:nvPr>
        </p:nvSpPr>
        <p:spPr>
          <a:xfrm>
            <a:off x="8462880" y="5238720"/>
            <a:ext cx="643680" cy="43704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A18C6F47-1B1C-4198-956A-20E23A8623D1}"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9" name="Google Shape;74;p12"/>
          <p:cNvSpPr/>
          <p:nvPr/>
        </p:nvSpPr>
        <p:spPr>
          <a:xfrm>
            <a:off x="311760" y="1305000"/>
            <a:ext cx="8520120" cy="3972240"/>
          </a:xfrm>
          <a:prstGeom prst="rect">
            <a:avLst/>
          </a:prstGeom>
          <a:noFill/>
          <a:ln w="0">
            <a:noFill/>
          </a:ln>
        </p:spPr>
        <p:style>
          <a:lnRef idx="0"/>
          <a:fillRef idx="0"/>
          <a:effectRef idx="0"/>
          <a:fontRef idx="minor"/>
        </p:style>
        <p:txBody>
          <a:bodyPr tIns="91440" bIns="91440" anchor="t">
            <a:noAutofit/>
          </a:bodyPr>
          <a:p>
            <a:pPr marL="69840">
              <a:lnSpc>
                <a:spcPct val="100000"/>
              </a:lnSpc>
            </a:pPr>
            <a:r>
              <a:rPr lang="en-US" sz="2500" b="0" u="none" strike="noStrike">
                <a:solidFill>
                  <a:srgbClr val="E06666"/>
                </a:solidFill>
                <a:effectLst/>
                <a:highlight>
                  <a:srgbClr val="FFFFFF"/>
                </a:highlight>
                <a:uFillTx/>
                <a:latin typeface="Arial"/>
                <a:ea typeface="Arial"/>
              </a:rPr>
              <a:t>More closer after checkpoint-I</a:t>
            </a:r>
            <a:endParaRPr lang="en-IN"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39" dur="indefinite" restart="never" nodeType="tmRoot">
          <p:childTnLst>
            <p:seq>
              <p:cTn id="40" dur="indefinite" nodeType="mainSeq">
                <p:childTnLst>
                  <p:par>
                    <p:cTn id="41" fill="hold">
                      <p:stCondLst>
                        <p:cond delay="indefinite"/>
                      </p:stCondLst>
                      <p:childTnLst>
                        <p:par>
                          <p:cTn id="42" fill="hold">
                            <p:stCondLst>
                              <p:cond delay="0"/>
                            </p:stCondLst>
                            <p:childTnLst>
                              <p:par>
                                <p:cTn id="43" presetID="10" presetClass="entr" fill="hold" nodeType="clickEffect">
                                  <p:stCondLst>
                                    <p:cond delay="0"/>
                                  </p:stCondLst>
                                  <p:childTnLst>
                                    <p:set>
                                      <p:cBhvr>
                                        <p:cTn id="44" dur="1" fill="hold">
                                          <p:stCondLst>
                                            <p:cond delay="0"/>
                                          </p:stCondLst>
                                        </p:cTn>
                                        <p:tgtEl>
                                          <p:spTgt spid="39">
                                            <p:txEl>
                                              <p:pRg st="0" end="0"/>
                                            </p:txEl>
                                          </p:spTgt>
                                        </p:tgtEl>
                                        <p:attrNameLst>
                                          <p:attrName>style.visibility</p:attrName>
                                        </p:attrNameLst>
                                      </p:cBhvr>
                                      <p:to>
                                        <p:strVal val="visible"/>
                                      </p:to>
                                    </p:set>
                                    <p:animEffect transition="in" filter="fade">
                                      <p:cBhvr additive="repl">
                                        <p:cTn id="45" dur="1000"/>
                                        <p:tgtEl>
                                          <p:spTgt spid="39">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s773">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LibreOffice/26.2.5.2$Linux_X86_64 LibreOffice_project/620$Build-2</Application>
  <AppVersion>15.0000</AppVersion>
  <Words>83</Words>
  <Paragraphs>24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Biswa</dc:creator>
  <dc:description/>
  <dc:language>en-IN</dc:language>
  <cp:lastModifiedBy/>
  <dcterms:modified xsi:type="dcterms:W3CDTF">2026-10-05T15:06:16Z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(16:10)</vt:lpwstr>
  </property>
  <property fmtid="{D5CDD505-2E9C-101B-9397-08002B2CF9AE}" pid="4" name="Slides">
    <vt:i4>6</vt:i4>
  </property>
</Properties>
</file>